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Lato" panose="020F0502020204030203" pitchFamily="34" charset="0"/>
      <p:regular r:id="rId13"/>
      <p:bold r:id="rId14"/>
      <p:italic r:id="rId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C5BA8C2-CE89-4A9E-B13A-65D00E39A1B5}" v="4" dt="2026-09-23T20:55:38.88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nawaj Inamdar" userId="596cb0f76c1dfe0b" providerId="LiveId" clId="{3ACA03E6-6497-4588-BFAD-347432B87B31}"/>
    <pc:docChg chg="modSld">
      <pc:chgData name="Shanawaj Inamdar" userId="596cb0f76c1dfe0b" providerId="LiveId" clId="{3ACA03E6-6497-4588-BFAD-347432B87B31}" dt="2026-09-23T20:57:13.669" v="200" actId="1076"/>
      <pc:docMkLst>
        <pc:docMk/>
      </pc:docMkLst>
      <pc:sldChg chg="modSp mod">
        <pc:chgData name="Shanawaj Inamdar" userId="596cb0f76c1dfe0b" providerId="LiveId" clId="{3ACA03E6-6497-4588-BFAD-347432B87B31}" dt="2026-09-23T20:31:45.544" v="5" actId="20577"/>
        <pc:sldMkLst>
          <pc:docMk/>
          <pc:sldMk cId="0" sldId="256"/>
        </pc:sldMkLst>
        <pc:spChg chg="mod">
          <ac:chgData name="Shanawaj Inamdar" userId="596cb0f76c1dfe0b" providerId="LiveId" clId="{3ACA03E6-6497-4588-BFAD-347432B87B31}" dt="2026-09-23T20:31:45.544" v="5" actId="20577"/>
          <ac:spMkLst>
            <pc:docMk/>
            <pc:sldMk cId="0" sldId="256"/>
            <ac:spMk id="4" creationId="{00000000-0000-0000-0000-000000000000}"/>
          </ac:spMkLst>
        </pc:spChg>
      </pc:sldChg>
      <pc:sldChg chg="modSp mod">
        <pc:chgData name="Shanawaj Inamdar" userId="596cb0f76c1dfe0b" providerId="LiveId" clId="{3ACA03E6-6497-4588-BFAD-347432B87B31}" dt="2026-09-23T20:31:57.569" v="6" actId="14100"/>
        <pc:sldMkLst>
          <pc:docMk/>
          <pc:sldMk cId="0" sldId="257"/>
        </pc:sldMkLst>
        <pc:spChg chg="mod">
          <ac:chgData name="Shanawaj Inamdar" userId="596cb0f76c1dfe0b" providerId="LiveId" clId="{3ACA03E6-6497-4588-BFAD-347432B87B31}" dt="2026-09-23T20:31:28.196" v="0" actId="12"/>
          <ac:spMkLst>
            <pc:docMk/>
            <pc:sldMk cId="0" sldId="257"/>
            <ac:spMk id="4" creationId="{00000000-0000-0000-0000-000000000000}"/>
          </ac:spMkLst>
        </pc:spChg>
        <pc:picChg chg="mod">
          <ac:chgData name="Shanawaj Inamdar" userId="596cb0f76c1dfe0b" providerId="LiveId" clId="{3ACA03E6-6497-4588-BFAD-347432B87B31}" dt="2026-09-23T20:31:57.569" v="6" actId="14100"/>
          <ac:picMkLst>
            <pc:docMk/>
            <pc:sldMk cId="0" sldId="257"/>
            <ac:picMk id="3" creationId="{00000000-0000-0000-0000-000000000000}"/>
          </ac:picMkLst>
        </pc:picChg>
      </pc:sldChg>
      <pc:sldChg chg="modSp mod">
        <pc:chgData name="Shanawaj Inamdar" userId="596cb0f76c1dfe0b" providerId="LiveId" clId="{3ACA03E6-6497-4588-BFAD-347432B87B31}" dt="2026-09-23T20:36:19.403" v="34" actId="255"/>
        <pc:sldMkLst>
          <pc:docMk/>
          <pc:sldMk cId="0" sldId="258"/>
        </pc:sldMkLst>
        <pc:spChg chg="mod">
          <ac:chgData name="Shanawaj Inamdar" userId="596cb0f76c1dfe0b" providerId="LiveId" clId="{3ACA03E6-6497-4588-BFAD-347432B87B31}" dt="2026-09-23T20:32:15.080" v="7" actId="2711"/>
          <ac:spMkLst>
            <pc:docMk/>
            <pc:sldMk cId="0" sldId="258"/>
            <ac:spMk id="2" creationId="{00000000-0000-0000-0000-000000000000}"/>
          </ac:spMkLst>
        </pc:spChg>
        <pc:spChg chg="mod">
          <ac:chgData name="Shanawaj Inamdar" userId="596cb0f76c1dfe0b" providerId="LiveId" clId="{3ACA03E6-6497-4588-BFAD-347432B87B31}" dt="2026-09-23T20:32:59.139" v="11" actId="2711"/>
          <ac:spMkLst>
            <pc:docMk/>
            <pc:sldMk cId="0" sldId="258"/>
            <ac:spMk id="3" creationId="{00000000-0000-0000-0000-000000000000}"/>
          </ac:spMkLst>
        </pc:spChg>
        <pc:spChg chg="mod">
          <ac:chgData name="Shanawaj Inamdar" userId="596cb0f76c1dfe0b" providerId="LiveId" clId="{3ACA03E6-6497-4588-BFAD-347432B87B31}" dt="2026-09-23T20:34:13.303" v="20" actId="12"/>
          <ac:spMkLst>
            <pc:docMk/>
            <pc:sldMk cId="0" sldId="258"/>
            <ac:spMk id="4" creationId="{00000000-0000-0000-0000-000000000000}"/>
          </ac:spMkLst>
        </pc:spChg>
        <pc:spChg chg="mod">
          <ac:chgData name="Shanawaj Inamdar" userId="596cb0f76c1dfe0b" providerId="LiveId" clId="{3ACA03E6-6497-4588-BFAD-347432B87B31}" dt="2026-09-23T20:34:49.112" v="23" actId="1076"/>
          <ac:spMkLst>
            <pc:docMk/>
            <pc:sldMk cId="0" sldId="258"/>
            <ac:spMk id="5" creationId="{00000000-0000-0000-0000-000000000000}"/>
          </ac:spMkLst>
        </pc:spChg>
        <pc:graphicFrameChg chg="mod modGraphic">
          <ac:chgData name="Shanawaj Inamdar" userId="596cb0f76c1dfe0b" providerId="LiveId" clId="{3ACA03E6-6497-4588-BFAD-347432B87B31}" dt="2026-09-23T20:36:19.403" v="34" actId="255"/>
          <ac:graphicFrameMkLst>
            <pc:docMk/>
            <pc:sldMk cId="0" sldId="258"/>
            <ac:graphicFrameMk id="6" creationId="{00000000-0000-0000-0000-000000000000}"/>
          </ac:graphicFrameMkLst>
        </pc:graphicFrameChg>
      </pc:sldChg>
      <pc:sldChg chg="addSp delSp modSp mod">
        <pc:chgData name="Shanawaj Inamdar" userId="596cb0f76c1dfe0b" providerId="LiveId" clId="{3ACA03E6-6497-4588-BFAD-347432B87B31}" dt="2026-09-23T20:39:57.547" v="65" actId="12"/>
        <pc:sldMkLst>
          <pc:docMk/>
          <pc:sldMk cId="0" sldId="259"/>
        </pc:sldMkLst>
        <pc:spChg chg="mod">
          <ac:chgData name="Shanawaj Inamdar" userId="596cb0f76c1dfe0b" providerId="LiveId" clId="{3ACA03E6-6497-4588-BFAD-347432B87B31}" dt="2026-09-23T20:36:47.791" v="37" actId="255"/>
          <ac:spMkLst>
            <pc:docMk/>
            <pc:sldMk cId="0" sldId="259"/>
            <ac:spMk id="2" creationId="{00000000-0000-0000-0000-000000000000}"/>
          </ac:spMkLst>
        </pc:spChg>
        <pc:spChg chg="mod">
          <ac:chgData name="Shanawaj Inamdar" userId="596cb0f76c1dfe0b" providerId="LiveId" clId="{3ACA03E6-6497-4588-BFAD-347432B87B31}" dt="2026-09-23T20:37:19.533" v="44" actId="2711"/>
          <ac:spMkLst>
            <pc:docMk/>
            <pc:sldMk cId="0" sldId="259"/>
            <ac:spMk id="4" creationId="{00000000-0000-0000-0000-000000000000}"/>
          </ac:spMkLst>
        </pc:spChg>
        <pc:spChg chg="mod">
          <ac:chgData name="Shanawaj Inamdar" userId="596cb0f76c1dfe0b" providerId="LiveId" clId="{3ACA03E6-6497-4588-BFAD-347432B87B31}" dt="2026-09-23T20:39:57.547" v="65" actId="12"/>
          <ac:spMkLst>
            <pc:docMk/>
            <pc:sldMk cId="0" sldId="259"/>
            <ac:spMk id="5" creationId="{00000000-0000-0000-0000-000000000000}"/>
          </ac:spMkLst>
        </pc:spChg>
        <pc:spChg chg="mod">
          <ac:chgData name="Shanawaj Inamdar" userId="596cb0f76c1dfe0b" providerId="LiveId" clId="{3ACA03E6-6497-4588-BFAD-347432B87B31}" dt="2026-09-23T20:39:23.240" v="61" actId="1076"/>
          <ac:spMkLst>
            <pc:docMk/>
            <pc:sldMk cId="0" sldId="259"/>
            <ac:spMk id="6" creationId="{00000000-0000-0000-0000-000000000000}"/>
          </ac:spMkLst>
        </pc:spChg>
        <pc:spChg chg="mod">
          <ac:chgData name="Shanawaj Inamdar" userId="596cb0f76c1dfe0b" providerId="LiveId" clId="{3ACA03E6-6497-4588-BFAD-347432B87B31}" dt="2026-09-23T20:39:28.616" v="62" actId="1076"/>
          <ac:spMkLst>
            <pc:docMk/>
            <pc:sldMk cId="0" sldId="259"/>
            <ac:spMk id="8" creationId="{00000000-0000-0000-0000-000000000000}"/>
          </ac:spMkLst>
        </pc:spChg>
        <pc:spChg chg="add del mod">
          <ac:chgData name="Shanawaj Inamdar" userId="596cb0f76c1dfe0b" providerId="LiveId" clId="{3ACA03E6-6497-4588-BFAD-347432B87B31}" dt="2026-09-23T20:36:48.871" v="39"/>
          <ac:spMkLst>
            <pc:docMk/>
            <pc:sldMk cId="0" sldId="259"/>
            <ac:spMk id="9" creationId="{70500113-7452-700C-3281-8525597BD4DC}"/>
          </ac:spMkLst>
        </pc:spChg>
      </pc:sldChg>
      <pc:sldChg chg="modSp mod">
        <pc:chgData name="Shanawaj Inamdar" userId="596cb0f76c1dfe0b" providerId="LiveId" clId="{3ACA03E6-6497-4588-BFAD-347432B87B31}" dt="2026-09-23T20:43:18.524" v="91" actId="12"/>
        <pc:sldMkLst>
          <pc:docMk/>
          <pc:sldMk cId="0" sldId="260"/>
        </pc:sldMkLst>
        <pc:spChg chg="mod">
          <ac:chgData name="Shanawaj Inamdar" userId="596cb0f76c1dfe0b" providerId="LiveId" clId="{3ACA03E6-6497-4588-BFAD-347432B87B31}" dt="2026-09-23T20:40:29.903" v="67" actId="255"/>
          <ac:spMkLst>
            <pc:docMk/>
            <pc:sldMk cId="0" sldId="260"/>
            <ac:spMk id="2" creationId="{00000000-0000-0000-0000-000000000000}"/>
          </ac:spMkLst>
        </pc:spChg>
        <pc:spChg chg="mod">
          <ac:chgData name="Shanawaj Inamdar" userId="596cb0f76c1dfe0b" providerId="LiveId" clId="{3ACA03E6-6497-4588-BFAD-347432B87B31}" dt="2026-09-23T20:40:44.165" v="69" actId="255"/>
          <ac:spMkLst>
            <pc:docMk/>
            <pc:sldMk cId="0" sldId="260"/>
            <ac:spMk id="4" creationId="{00000000-0000-0000-0000-000000000000}"/>
          </ac:spMkLst>
        </pc:spChg>
        <pc:spChg chg="mod">
          <ac:chgData name="Shanawaj Inamdar" userId="596cb0f76c1dfe0b" providerId="LiveId" clId="{3ACA03E6-6497-4588-BFAD-347432B87B31}" dt="2026-09-23T20:42:02.194" v="81" actId="120"/>
          <ac:spMkLst>
            <pc:docMk/>
            <pc:sldMk cId="0" sldId="260"/>
            <ac:spMk id="5" creationId="{00000000-0000-0000-0000-000000000000}"/>
          </ac:spMkLst>
        </pc:spChg>
        <pc:spChg chg="mod">
          <ac:chgData name="Shanawaj Inamdar" userId="596cb0f76c1dfe0b" providerId="LiveId" clId="{3ACA03E6-6497-4588-BFAD-347432B87B31}" dt="2026-09-23T20:41:11.625" v="74" actId="1076"/>
          <ac:spMkLst>
            <pc:docMk/>
            <pc:sldMk cId="0" sldId="260"/>
            <ac:spMk id="6" creationId="{00000000-0000-0000-0000-000000000000}"/>
          </ac:spMkLst>
        </pc:spChg>
        <pc:spChg chg="mod">
          <ac:chgData name="Shanawaj Inamdar" userId="596cb0f76c1dfe0b" providerId="LiveId" clId="{3ACA03E6-6497-4588-BFAD-347432B87B31}" dt="2026-09-23T20:41:27.905" v="76" actId="2711"/>
          <ac:spMkLst>
            <pc:docMk/>
            <pc:sldMk cId="0" sldId="260"/>
            <ac:spMk id="7" creationId="{00000000-0000-0000-0000-000000000000}"/>
          </ac:spMkLst>
        </pc:spChg>
        <pc:spChg chg="mod">
          <ac:chgData name="Shanawaj Inamdar" userId="596cb0f76c1dfe0b" providerId="LiveId" clId="{3ACA03E6-6497-4588-BFAD-347432B87B31}" dt="2026-09-23T20:41:48.176" v="79" actId="12"/>
          <ac:spMkLst>
            <pc:docMk/>
            <pc:sldMk cId="0" sldId="260"/>
            <ac:spMk id="8" creationId="{00000000-0000-0000-0000-000000000000}"/>
          </ac:spMkLst>
        </pc:spChg>
        <pc:spChg chg="mod">
          <ac:chgData name="Shanawaj Inamdar" userId="596cb0f76c1dfe0b" providerId="LiveId" clId="{3ACA03E6-6497-4588-BFAD-347432B87B31}" dt="2026-09-23T20:42:21.101" v="83" actId="255"/>
          <ac:spMkLst>
            <pc:docMk/>
            <pc:sldMk cId="0" sldId="260"/>
            <ac:spMk id="10" creationId="{00000000-0000-0000-0000-000000000000}"/>
          </ac:spMkLst>
        </pc:spChg>
        <pc:spChg chg="mod">
          <ac:chgData name="Shanawaj Inamdar" userId="596cb0f76c1dfe0b" providerId="LiveId" clId="{3ACA03E6-6497-4588-BFAD-347432B87B31}" dt="2026-09-23T20:42:38.785" v="86" actId="12"/>
          <ac:spMkLst>
            <pc:docMk/>
            <pc:sldMk cId="0" sldId="260"/>
            <ac:spMk id="11" creationId="{00000000-0000-0000-0000-000000000000}"/>
          </ac:spMkLst>
        </pc:spChg>
        <pc:spChg chg="mod">
          <ac:chgData name="Shanawaj Inamdar" userId="596cb0f76c1dfe0b" providerId="LiveId" clId="{3ACA03E6-6497-4588-BFAD-347432B87B31}" dt="2026-09-23T20:42:56.246" v="88" actId="255"/>
          <ac:spMkLst>
            <pc:docMk/>
            <pc:sldMk cId="0" sldId="260"/>
            <ac:spMk id="13" creationId="{00000000-0000-0000-0000-000000000000}"/>
          </ac:spMkLst>
        </pc:spChg>
        <pc:spChg chg="mod">
          <ac:chgData name="Shanawaj Inamdar" userId="596cb0f76c1dfe0b" providerId="LiveId" clId="{3ACA03E6-6497-4588-BFAD-347432B87B31}" dt="2026-09-23T20:43:18.524" v="91" actId="12"/>
          <ac:spMkLst>
            <pc:docMk/>
            <pc:sldMk cId="0" sldId="260"/>
            <ac:spMk id="14" creationId="{00000000-0000-0000-0000-000000000000}"/>
          </ac:spMkLst>
        </pc:spChg>
      </pc:sldChg>
      <pc:sldChg chg="modSp mod">
        <pc:chgData name="Shanawaj Inamdar" userId="596cb0f76c1dfe0b" providerId="LiveId" clId="{3ACA03E6-6497-4588-BFAD-347432B87B31}" dt="2026-09-23T20:45:13.329" v="103" actId="1076"/>
        <pc:sldMkLst>
          <pc:docMk/>
          <pc:sldMk cId="0" sldId="261"/>
        </pc:sldMkLst>
        <pc:spChg chg="mod">
          <ac:chgData name="Shanawaj Inamdar" userId="596cb0f76c1dfe0b" providerId="LiveId" clId="{3ACA03E6-6497-4588-BFAD-347432B87B31}" dt="2026-09-23T20:43:45.038" v="93" actId="2711"/>
          <ac:spMkLst>
            <pc:docMk/>
            <pc:sldMk cId="0" sldId="261"/>
            <ac:spMk id="2" creationId="{00000000-0000-0000-0000-000000000000}"/>
          </ac:spMkLst>
        </pc:spChg>
        <pc:spChg chg="mod">
          <ac:chgData name="Shanawaj Inamdar" userId="596cb0f76c1dfe0b" providerId="LiveId" clId="{3ACA03E6-6497-4588-BFAD-347432B87B31}" dt="2026-09-23T20:45:09.375" v="102" actId="1076"/>
          <ac:spMkLst>
            <pc:docMk/>
            <pc:sldMk cId="0" sldId="261"/>
            <ac:spMk id="3" creationId="{00000000-0000-0000-0000-000000000000}"/>
          </ac:spMkLst>
        </pc:spChg>
        <pc:spChg chg="mod">
          <ac:chgData name="Shanawaj Inamdar" userId="596cb0f76c1dfe0b" providerId="LiveId" clId="{3ACA03E6-6497-4588-BFAD-347432B87B31}" dt="2026-09-23T20:45:13.329" v="103" actId="1076"/>
          <ac:spMkLst>
            <pc:docMk/>
            <pc:sldMk cId="0" sldId="261"/>
            <ac:spMk id="4" creationId="{00000000-0000-0000-0000-000000000000}"/>
          </ac:spMkLst>
        </pc:spChg>
      </pc:sldChg>
      <pc:sldChg chg="modSp mod">
        <pc:chgData name="Shanawaj Inamdar" userId="596cb0f76c1dfe0b" providerId="LiveId" clId="{3ACA03E6-6497-4588-BFAD-347432B87B31}" dt="2026-09-23T20:47:06.676" v="118" actId="255"/>
        <pc:sldMkLst>
          <pc:docMk/>
          <pc:sldMk cId="0" sldId="262"/>
        </pc:sldMkLst>
        <pc:spChg chg="mod">
          <ac:chgData name="Shanawaj Inamdar" userId="596cb0f76c1dfe0b" providerId="LiveId" clId="{3ACA03E6-6497-4588-BFAD-347432B87B31}" dt="2026-09-23T20:45:34.252" v="105" actId="255"/>
          <ac:spMkLst>
            <pc:docMk/>
            <pc:sldMk cId="0" sldId="262"/>
            <ac:spMk id="2" creationId="{00000000-0000-0000-0000-000000000000}"/>
          </ac:spMkLst>
        </pc:spChg>
        <pc:spChg chg="mod">
          <ac:chgData name="Shanawaj Inamdar" userId="596cb0f76c1dfe0b" providerId="LiveId" clId="{3ACA03E6-6497-4588-BFAD-347432B87B31}" dt="2026-09-23T20:45:44.843" v="107" actId="2711"/>
          <ac:spMkLst>
            <pc:docMk/>
            <pc:sldMk cId="0" sldId="262"/>
            <ac:spMk id="4" creationId="{00000000-0000-0000-0000-000000000000}"/>
          </ac:spMkLst>
        </pc:spChg>
        <pc:spChg chg="mod">
          <ac:chgData name="Shanawaj Inamdar" userId="596cb0f76c1dfe0b" providerId="LiveId" clId="{3ACA03E6-6497-4588-BFAD-347432B87B31}" dt="2026-09-23T20:46:09.899" v="110" actId="2711"/>
          <ac:spMkLst>
            <pc:docMk/>
            <pc:sldMk cId="0" sldId="262"/>
            <ac:spMk id="5" creationId="{00000000-0000-0000-0000-000000000000}"/>
          </ac:spMkLst>
        </pc:spChg>
        <pc:spChg chg="mod">
          <ac:chgData name="Shanawaj Inamdar" userId="596cb0f76c1dfe0b" providerId="LiveId" clId="{3ACA03E6-6497-4588-BFAD-347432B87B31}" dt="2026-09-23T20:46:25.435" v="112" actId="255"/>
          <ac:spMkLst>
            <pc:docMk/>
            <pc:sldMk cId="0" sldId="262"/>
            <ac:spMk id="7" creationId="{00000000-0000-0000-0000-000000000000}"/>
          </ac:spMkLst>
        </pc:spChg>
        <pc:spChg chg="mod">
          <ac:chgData name="Shanawaj Inamdar" userId="596cb0f76c1dfe0b" providerId="LiveId" clId="{3ACA03E6-6497-4588-BFAD-347432B87B31}" dt="2026-09-23T20:46:38.530" v="114" actId="255"/>
          <ac:spMkLst>
            <pc:docMk/>
            <pc:sldMk cId="0" sldId="262"/>
            <ac:spMk id="8" creationId="{00000000-0000-0000-0000-000000000000}"/>
          </ac:spMkLst>
        </pc:spChg>
        <pc:spChg chg="mod">
          <ac:chgData name="Shanawaj Inamdar" userId="596cb0f76c1dfe0b" providerId="LiveId" clId="{3ACA03E6-6497-4588-BFAD-347432B87B31}" dt="2026-09-23T20:46:55.191" v="116" actId="255"/>
          <ac:spMkLst>
            <pc:docMk/>
            <pc:sldMk cId="0" sldId="262"/>
            <ac:spMk id="10" creationId="{00000000-0000-0000-0000-000000000000}"/>
          </ac:spMkLst>
        </pc:spChg>
        <pc:spChg chg="mod">
          <ac:chgData name="Shanawaj Inamdar" userId="596cb0f76c1dfe0b" providerId="LiveId" clId="{3ACA03E6-6497-4588-BFAD-347432B87B31}" dt="2026-09-23T20:47:06.676" v="118" actId="255"/>
          <ac:spMkLst>
            <pc:docMk/>
            <pc:sldMk cId="0" sldId="262"/>
            <ac:spMk id="11" creationId="{00000000-0000-0000-0000-000000000000}"/>
          </ac:spMkLst>
        </pc:spChg>
      </pc:sldChg>
      <pc:sldChg chg="modSp mod">
        <pc:chgData name="Shanawaj Inamdar" userId="596cb0f76c1dfe0b" providerId="LiveId" clId="{3ACA03E6-6497-4588-BFAD-347432B87B31}" dt="2026-09-23T20:50:49.214" v="152" actId="1076"/>
        <pc:sldMkLst>
          <pc:docMk/>
          <pc:sldMk cId="0" sldId="263"/>
        </pc:sldMkLst>
        <pc:spChg chg="mod">
          <ac:chgData name="Shanawaj Inamdar" userId="596cb0f76c1dfe0b" providerId="LiveId" clId="{3ACA03E6-6497-4588-BFAD-347432B87B31}" dt="2026-09-23T20:48:46.147" v="133" actId="122"/>
          <ac:spMkLst>
            <pc:docMk/>
            <pc:sldMk cId="0" sldId="263"/>
            <ac:spMk id="2" creationId="{00000000-0000-0000-0000-000000000000}"/>
          </ac:spMkLst>
        </pc:spChg>
        <pc:spChg chg="mod">
          <ac:chgData name="Shanawaj Inamdar" userId="596cb0f76c1dfe0b" providerId="LiveId" clId="{3ACA03E6-6497-4588-BFAD-347432B87B31}" dt="2026-09-23T20:48:52.632" v="134" actId="1076"/>
          <ac:spMkLst>
            <pc:docMk/>
            <pc:sldMk cId="0" sldId="263"/>
            <ac:spMk id="3" creationId="{00000000-0000-0000-0000-000000000000}"/>
          </ac:spMkLst>
        </pc:spChg>
        <pc:spChg chg="mod">
          <ac:chgData name="Shanawaj Inamdar" userId="596cb0f76c1dfe0b" providerId="LiveId" clId="{3ACA03E6-6497-4588-BFAD-347432B87B31}" dt="2026-09-23T20:48:57.523" v="135" actId="1076"/>
          <ac:spMkLst>
            <pc:docMk/>
            <pc:sldMk cId="0" sldId="263"/>
            <ac:spMk id="4" creationId="{00000000-0000-0000-0000-000000000000}"/>
          </ac:spMkLst>
        </pc:spChg>
        <pc:spChg chg="mod">
          <ac:chgData name="Shanawaj Inamdar" userId="596cb0f76c1dfe0b" providerId="LiveId" clId="{3ACA03E6-6497-4588-BFAD-347432B87B31}" dt="2026-09-23T20:49:22.750" v="138" actId="1076"/>
          <ac:spMkLst>
            <pc:docMk/>
            <pc:sldMk cId="0" sldId="263"/>
            <ac:spMk id="5" creationId="{00000000-0000-0000-0000-000000000000}"/>
          </ac:spMkLst>
        </pc:spChg>
        <pc:spChg chg="mod">
          <ac:chgData name="Shanawaj Inamdar" userId="596cb0f76c1dfe0b" providerId="LiveId" clId="{3ACA03E6-6497-4588-BFAD-347432B87B31}" dt="2026-09-23T20:49:48.983" v="142" actId="12"/>
          <ac:spMkLst>
            <pc:docMk/>
            <pc:sldMk cId="0" sldId="263"/>
            <ac:spMk id="6" creationId="{00000000-0000-0000-0000-000000000000}"/>
          </ac:spMkLst>
        </pc:spChg>
        <pc:spChg chg="mod">
          <ac:chgData name="Shanawaj Inamdar" userId="596cb0f76c1dfe0b" providerId="LiveId" clId="{3ACA03E6-6497-4588-BFAD-347432B87B31}" dt="2026-09-23T20:49:59.884" v="144" actId="14100"/>
          <ac:spMkLst>
            <pc:docMk/>
            <pc:sldMk cId="0" sldId="263"/>
            <ac:spMk id="7" creationId="{00000000-0000-0000-0000-000000000000}"/>
          </ac:spMkLst>
        </pc:spChg>
        <pc:spChg chg="mod">
          <ac:chgData name="Shanawaj Inamdar" userId="596cb0f76c1dfe0b" providerId="LiveId" clId="{3ACA03E6-6497-4588-BFAD-347432B87B31}" dt="2026-09-23T20:50:49.214" v="152" actId="1076"/>
          <ac:spMkLst>
            <pc:docMk/>
            <pc:sldMk cId="0" sldId="263"/>
            <ac:spMk id="9" creationId="{00000000-0000-0000-0000-000000000000}"/>
          </ac:spMkLst>
        </pc:spChg>
      </pc:sldChg>
      <pc:sldChg chg="addSp delSp modSp mod">
        <pc:chgData name="Shanawaj Inamdar" userId="596cb0f76c1dfe0b" providerId="LiveId" clId="{3ACA03E6-6497-4588-BFAD-347432B87B31}" dt="2026-09-23T20:56:07.455" v="194" actId="1076"/>
        <pc:sldMkLst>
          <pc:docMk/>
          <pc:sldMk cId="0" sldId="264"/>
        </pc:sldMkLst>
        <pc:spChg chg="mod">
          <ac:chgData name="Shanawaj Inamdar" userId="596cb0f76c1dfe0b" providerId="LiveId" clId="{3ACA03E6-6497-4588-BFAD-347432B87B31}" dt="2026-09-23T20:53:45.525" v="175" actId="2711"/>
          <ac:spMkLst>
            <pc:docMk/>
            <pc:sldMk cId="0" sldId="264"/>
            <ac:spMk id="2" creationId="{00000000-0000-0000-0000-000000000000}"/>
          </ac:spMkLst>
        </pc:spChg>
        <pc:spChg chg="mod">
          <ac:chgData name="Shanawaj Inamdar" userId="596cb0f76c1dfe0b" providerId="LiveId" clId="{3ACA03E6-6497-4588-BFAD-347432B87B31}" dt="2026-09-23T20:53:52.238" v="176" actId="2711"/>
          <ac:spMkLst>
            <pc:docMk/>
            <pc:sldMk cId="0" sldId="264"/>
            <ac:spMk id="3" creationId="{00000000-0000-0000-0000-000000000000}"/>
          </ac:spMkLst>
        </pc:spChg>
        <pc:spChg chg="mod">
          <ac:chgData name="Shanawaj Inamdar" userId="596cb0f76c1dfe0b" providerId="LiveId" clId="{3ACA03E6-6497-4588-BFAD-347432B87B31}" dt="2026-09-23T20:53:57.483" v="177" actId="2711"/>
          <ac:spMkLst>
            <pc:docMk/>
            <pc:sldMk cId="0" sldId="264"/>
            <ac:spMk id="4" creationId="{00000000-0000-0000-0000-000000000000}"/>
          </ac:spMkLst>
        </pc:spChg>
        <pc:spChg chg="mod">
          <ac:chgData name="Shanawaj Inamdar" userId="596cb0f76c1dfe0b" providerId="LiveId" clId="{3ACA03E6-6497-4588-BFAD-347432B87B31}" dt="2026-09-23T20:54:06.328" v="178" actId="2711"/>
          <ac:spMkLst>
            <pc:docMk/>
            <pc:sldMk cId="0" sldId="264"/>
            <ac:spMk id="5" creationId="{00000000-0000-0000-0000-000000000000}"/>
          </ac:spMkLst>
        </pc:spChg>
        <pc:spChg chg="mod">
          <ac:chgData name="Shanawaj Inamdar" userId="596cb0f76c1dfe0b" providerId="LiveId" clId="{3ACA03E6-6497-4588-BFAD-347432B87B31}" dt="2026-09-23T20:54:11.784" v="179" actId="2711"/>
          <ac:spMkLst>
            <pc:docMk/>
            <pc:sldMk cId="0" sldId="264"/>
            <ac:spMk id="6" creationId="{00000000-0000-0000-0000-000000000000}"/>
          </ac:spMkLst>
        </pc:spChg>
        <pc:spChg chg="mod">
          <ac:chgData name="Shanawaj Inamdar" userId="596cb0f76c1dfe0b" providerId="LiveId" clId="{3ACA03E6-6497-4588-BFAD-347432B87B31}" dt="2026-09-23T20:54:22.479" v="181" actId="122"/>
          <ac:spMkLst>
            <pc:docMk/>
            <pc:sldMk cId="0" sldId="264"/>
            <ac:spMk id="7" creationId="{00000000-0000-0000-0000-000000000000}"/>
          </ac:spMkLst>
        </pc:spChg>
        <pc:spChg chg="mod">
          <ac:chgData name="Shanawaj Inamdar" userId="596cb0f76c1dfe0b" providerId="LiveId" clId="{3ACA03E6-6497-4588-BFAD-347432B87B31}" dt="2026-09-23T20:54:30.569" v="182" actId="2711"/>
          <ac:spMkLst>
            <pc:docMk/>
            <pc:sldMk cId="0" sldId="264"/>
            <ac:spMk id="9" creationId="{00000000-0000-0000-0000-000000000000}"/>
          </ac:spMkLst>
        </pc:spChg>
        <pc:spChg chg="mod">
          <ac:chgData name="Shanawaj Inamdar" userId="596cb0f76c1dfe0b" providerId="LiveId" clId="{3ACA03E6-6497-4588-BFAD-347432B87B31}" dt="2026-09-23T20:54:37.108" v="183" actId="2711"/>
          <ac:spMkLst>
            <pc:docMk/>
            <pc:sldMk cId="0" sldId="264"/>
            <ac:spMk id="10" creationId="{00000000-0000-0000-0000-000000000000}"/>
          </ac:spMkLst>
        </pc:spChg>
        <pc:spChg chg="mod">
          <ac:chgData name="Shanawaj Inamdar" userId="596cb0f76c1dfe0b" providerId="LiveId" clId="{3ACA03E6-6497-4588-BFAD-347432B87B31}" dt="2026-09-23T20:54:43.473" v="184" actId="2711"/>
          <ac:spMkLst>
            <pc:docMk/>
            <pc:sldMk cId="0" sldId="264"/>
            <ac:spMk id="12" creationId="{00000000-0000-0000-0000-000000000000}"/>
          </ac:spMkLst>
        </pc:spChg>
        <pc:spChg chg="mod">
          <ac:chgData name="Shanawaj Inamdar" userId="596cb0f76c1dfe0b" providerId="LiveId" clId="{3ACA03E6-6497-4588-BFAD-347432B87B31}" dt="2026-09-23T20:54:51.195" v="185" actId="2711"/>
          <ac:spMkLst>
            <pc:docMk/>
            <pc:sldMk cId="0" sldId="264"/>
            <ac:spMk id="13" creationId="{00000000-0000-0000-0000-000000000000}"/>
          </ac:spMkLst>
        </pc:spChg>
        <pc:spChg chg="mod">
          <ac:chgData name="Shanawaj Inamdar" userId="596cb0f76c1dfe0b" providerId="LiveId" clId="{3ACA03E6-6497-4588-BFAD-347432B87B31}" dt="2026-09-23T20:55:38.880" v="190"/>
          <ac:spMkLst>
            <pc:docMk/>
            <pc:sldMk cId="0" sldId="264"/>
            <ac:spMk id="15" creationId="{00000000-0000-0000-0000-000000000000}"/>
          </ac:spMkLst>
        </pc:spChg>
        <pc:spChg chg="mod">
          <ac:chgData name="Shanawaj Inamdar" userId="596cb0f76c1dfe0b" providerId="LiveId" clId="{3ACA03E6-6497-4588-BFAD-347432B87B31}" dt="2026-09-23T20:55:20.556" v="188" actId="2711"/>
          <ac:spMkLst>
            <pc:docMk/>
            <pc:sldMk cId="0" sldId="264"/>
            <ac:spMk id="16" creationId="{00000000-0000-0000-0000-000000000000}"/>
          </ac:spMkLst>
        </pc:spChg>
        <pc:spChg chg="mod">
          <ac:chgData name="Shanawaj Inamdar" userId="596cb0f76c1dfe0b" providerId="LiveId" clId="{3ACA03E6-6497-4588-BFAD-347432B87B31}" dt="2026-09-23T20:55:46.318" v="191" actId="1076"/>
          <ac:spMkLst>
            <pc:docMk/>
            <pc:sldMk cId="0" sldId="264"/>
            <ac:spMk id="17" creationId="{00000000-0000-0000-0000-000000000000}"/>
          </ac:spMkLst>
        </pc:spChg>
        <pc:spChg chg="mod">
          <ac:chgData name="Shanawaj Inamdar" userId="596cb0f76c1dfe0b" providerId="LiveId" clId="{3ACA03E6-6497-4588-BFAD-347432B87B31}" dt="2026-09-23T20:55:53.670" v="192" actId="2711"/>
          <ac:spMkLst>
            <pc:docMk/>
            <pc:sldMk cId="0" sldId="264"/>
            <ac:spMk id="18" creationId="{00000000-0000-0000-0000-000000000000}"/>
          </ac:spMkLst>
        </pc:spChg>
        <pc:spChg chg="mod">
          <ac:chgData name="Shanawaj Inamdar" userId="596cb0f76c1dfe0b" providerId="LiveId" clId="{3ACA03E6-6497-4588-BFAD-347432B87B31}" dt="2026-09-23T20:56:07.455" v="194" actId="1076"/>
          <ac:spMkLst>
            <pc:docMk/>
            <pc:sldMk cId="0" sldId="264"/>
            <ac:spMk id="19" creationId="{00000000-0000-0000-0000-000000000000}"/>
          </ac:spMkLst>
        </pc:spChg>
        <pc:spChg chg="add del mod">
          <ac:chgData name="Shanawaj Inamdar" userId="596cb0f76c1dfe0b" providerId="LiveId" clId="{3ACA03E6-6497-4588-BFAD-347432B87B31}" dt="2026-09-23T20:51:38.392" v="159"/>
          <ac:spMkLst>
            <pc:docMk/>
            <pc:sldMk cId="0" sldId="264"/>
            <ac:spMk id="20" creationId="{97BD7542-D9CE-463B-D1D0-6C1B15C91897}"/>
          </ac:spMkLst>
        </pc:spChg>
      </pc:sldChg>
      <pc:sldChg chg="modSp mod">
        <pc:chgData name="Shanawaj Inamdar" userId="596cb0f76c1dfe0b" providerId="LiveId" clId="{3ACA03E6-6497-4588-BFAD-347432B87B31}" dt="2026-09-23T20:57:13.669" v="200" actId="1076"/>
        <pc:sldMkLst>
          <pc:docMk/>
          <pc:sldMk cId="0" sldId="265"/>
        </pc:sldMkLst>
        <pc:spChg chg="mod">
          <ac:chgData name="Shanawaj Inamdar" userId="596cb0f76c1dfe0b" providerId="LiveId" clId="{3ACA03E6-6497-4588-BFAD-347432B87B31}" dt="2026-09-23T20:57:08.236" v="199" actId="1076"/>
          <ac:spMkLst>
            <pc:docMk/>
            <pc:sldMk cId="0" sldId="265"/>
            <ac:spMk id="2" creationId="{00000000-0000-0000-0000-000000000000}"/>
          </ac:spMkLst>
        </pc:spChg>
        <pc:spChg chg="mod">
          <ac:chgData name="Shanawaj Inamdar" userId="596cb0f76c1dfe0b" providerId="LiveId" clId="{3ACA03E6-6497-4588-BFAD-347432B87B31}" dt="2026-09-23T20:57:13.669" v="200" actId="1076"/>
          <ac:spMkLst>
            <pc:docMk/>
            <pc:sldMk cId="0" sldId="265"/>
            <ac:spMk id="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630831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ECE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542597" y="2020179"/>
            <a:ext cx="5859411" cy="155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600" b="1" dirty="0">
                <a:solidFill>
                  <a:srgbClr val="282824"/>
                </a:solidFill>
                <a:latin typeface="Times New Roman" panose="02020603050405020304" pitchFamily="18" charset="0"/>
                <a:ea typeface="Lato Bold" pitchFamily="34" charset="-122"/>
                <a:cs typeface="Times New Roman" panose="02020603050405020304" pitchFamily="18" charset="0"/>
              </a:rPr>
              <a:t>AI-Powered Emergency Healthcare Connector &amp; Smart Ambulance Dispatch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5787403" y="3795854"/>
            <a:ext cx="6296860" cy="12742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33000"/>
              </a:lnSpc>
              <a:buSzPct val="100000"/>
            </a:pPr>
            <a:r>
              <a:rPr lang="en-US" sz="2400" b="1" dirty="0">
                <a:solidFill>
                  <a:srgbClr val="4A4A45"/>
                </a:solidFill>
                <a:latin typeface="Times New Roman" panose="02020603050405020304" pitchFamily="18" charset="0"/>
                <a:ea typeface="Lato Bold" pitchFamily="34" charset="-122"/>
                <a:cs typeface="Times New Roman" panose="02020603050405020304" pitchFamily="18" charset="0"/>
              </a:rPr>
              <a:t>Name:</a:t>
            </a:r>
            <a:r>
              <a:rPr lang="en-US" sz="2400" dirty="0">
                <a:solidFill>
                  <a:srgbClr val="4A4A45"/>
                </a:solidFill>
                <a:latin typeface="Times New Roman" panose="02020603050405020304" pitchFamily="18" charset="0"/>
                <a:ea typeface="Lato" pitchFamily="34" charset="-122"/>
                <a:cs typeface="Times New Roman" panose="02020603050405020304" pitchFamily="18" charset="0"/>
              </a:rPr>
              <a:t> Suffiya Shanawaj Inamdar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33000"/>
              </a:lnSpc>
              <a:buSzPct val="100000"/>
            </a:pPr>
            <a:r>
              <a:rPr lang="en-US" sz="2400" b="1" dirty="0">
                <a:solidFill>
                  <a:srgbClr val="4A4A45"/>
                </a:solidFill>
                <a:latin typeface="Times New Roman" panose="02020603050405020304" pitchFamily="18" charset="0"/>
                <a:ea typeface="Lato Bold" pitchFamily="34" charset="-122"/>
                <a:cs typeface="Times New Roman" panose="02020603050405020304" pitchFamily="18" charset="0"/>
              </a:rPr>
              <a:t>Branch:</a:t>
            </a:r>
            <a:r>
              <a:rPr lang="en-US" sz="2400" dirty="0">
                <a:solidFill>
                  <a:srgbClr val="4A4A45"/>
                </a:solidFill>
                <a:latin typeface="Times New Roman" panose="02020603050405020304" pitchFamily="18" charset="0"/>
                <a:ea typeface="Lato" pitchFamily="34" charset="-122"/>
                <a:cs typeface="Times New Roman" panose="02020603050405020304" pitchFamily="18" charset="0"/>
              </a:rPr>
              <a:t> CSE – Data Science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33000"/>
              </a:lnSpc>
              <a:buSzPct val="100000"/>
            </a:pPr>
            <a:r>
              <a:rPr lang="en-US" sz="2400" b="1" dirty="0">
                <a:solidFill>
                  <a:srgbClr val="4A4A45"/>
                </a:solidFill>
                <a:latin typeface="Times New Roman" panose="02020603050405020304" pitchFamily="18" charset="0"/>
                <a:ea typeface="Lato Bold" pitchFamily="34" charset="-122"/>
                <a:cs typeface="Times New Roman" panose="02020603050405020304" pitchFamily="18" charset="0"/>
              </a:rPr>
              <a:t>Year:</a:t>
            </a:r>
            <a:r>
              <a:rPr lang="en-US" sz="2400" dirty="0">
                <a:solidFill>
                  <a:srgbClr val="4A4A45"/>
                </a:solidFill>
                <a:latin typeface="Times New Roman" panose="02020603050405020304" pitchFamily="18" charset="0"/>
                <a:ea typeface="Lato" pitchFamily="34" charset="-122"/>
                <a:cs typeface="Times New Roman" panose="02020603050405020304" pitchFamily="18" charset="0"/>
              </a:rPr>
              <a:t> TY  </a:t>
            </a:r>
          </a:p>
          <a:p>
            <a:pPr algn="l">
              <a:lnSpc>
                <a:spcPct val="133000"/>
              </a:lnSpc>
              <a:buSzPct val="100000"/>
            </a:pPr>
            <a:r>
              <a:rPr lang="en-US" sz="2400" b="1" dirty="0">
                <a:solidFill>
                  <a:srgbClr val="4A4A45"/>
                </a:solidFill>
                <a:latin typeface="Times New Roman" panose="02020603050405020304" pitchFamily="18" charset="0"/>
                <a:ea typeface="Lato Bold" pitchFamily="34" charset="-122"/>
                <a:cs typeface="Times New Roman" panose="02020603050405020304" pitchFamily="18" charset="0"/>
              </a:rPr>
              <a:t>Roll No:</a:t>
            </a:r>
            <a:r>
              <a:rPr lang="en-US" sz="2400" dirty="0">
                <a:solidFill>
                  <a:srgbClr val="4A4A45"/>
                </a:solidFill>
                <a:latin typeface="Times New Roman" panose="02020603050405020304" pitchFamily="18" charset="0"/>
                <a:ea typeface="Lato" pitchFamily="34" charset="-122"/>
                <a:cs typeface="Times New Roman" panose="02020603050405020304" pitchFamily="18" charset="0"/>
              </a:rPr>
              <a:t> P59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33000"/>
              </a:lnSpc>
              <a:buSzPct val="100000"/>
            </a:pPr>
            <a:r>
              <a:rPr lang="en-US" sz="2400" b="1" dirty="0">
                <a:solidFill>
                  <a:srgbClr val="4A4A45"/>
                </a:solidFill>
                <a:latin typeface="Times New Roman" panose="02020603050405020304" pitchFamily="18" charset="0"/>
                <a:ea typeface="Lato Bold" pitchFamily="34" charset="-122"/>
                <a:cs typeface="Times New Roman" panose="02020603050405020304" pitchFamily="18" charset="0"/>
              </a:rPr>
              <a:t>Subject:</a:t>
            </a:r>
            <a:r>
              <a:rPr lang="en-US" sz="2400" dirty="0">
                <a:solidFill>
                  <a:srgbClr val="4A4A45"/>
                </a:solidFill>
                <a:latin typeface="Times New Roman" panose="02020603050405020304" pitchFamily="18" charset="0"/>
                <a:ea typeface="Lato" pitchFamily="34" charset="-122"/>
                <a:cs typeface="Times New Roman" panose="02020603050405020304" pitchFamily="18" charset="0"/>
              </a:rPr>
              <a:t> DBMS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2ED0AF4-5B00-E6FC-7116-C74CBCFA17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91027" y="139655"/>
            <a:ext cx="3256167" cy="15576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4768"/>
            <a:ext cx="10868745" cy="304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b="1" dirty="0">
                <a:solidFill>
                  <a:srgbClr val="282824"/>
                </a:solidFill>
                <a:latin typeface="Times New Roman" panose="02020603050405020304" pitchFamily="18" charset="0"/>
                <a:ea typeface="Lato Bold" pitchFamily="34" charset="-122"/>
                <a:cs typeface="Times New Roman" panose="02020603050405020304" pitchFamily="18" charset="0"/>
              </a:rPr>
              <a:t>Project Overview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961132"/>
            <a:ext cx="5403694" cy="540382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40227" y="1146374"/>
            <a:ext cx="4504581" cy="796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342900" indent="-342900" algn="l">
              <a:lnSpc>
                <a:spcPct val="101000"/>
              </a:lnSpc>
              <a:buSzPct val="100000"/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4A4A45"/>
                </a:solidFill>
                <a:latin typeface="Times New Roman" panose="02020603050405020304" pitchFamily="18" charset="0"/>
                <a:ea typeface="Lato" pitchFamily="34" charset="-122"/>
                <a:cs typeface="Times New Roman" panose="02020603050405020304" pitchFamily="18" charset="0"/>
              </a:rPr>
              <a:t>MySQL-based relational database system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ct val="101000"/>
              </a:lnSpc>
              <a:buSzPct val="100000"/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4A4A45"/>
                </a:solidFill>
                <a:latin typeface="Times New Roman" panose="02020603050405020304" pitchFamily="18" charset="0"/>
                <a:ea typeface="Lato" pitchFamily="34" charset="-122"/>
                <a:cs typeface="Times New Roman" panose="02020603050405020304" pitchFamily="18" charset="0"/>
              </a:rPr>
              <a:t>Manages emergency healthcare information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ct val="101000"/>
              </a:lnSpc>
              <a:buSzPct val="100000"/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4A4A45"/>
                </a:solidFill>
                <a:latin typeface="Times New Roman" panose="02020603050405020304" pitchFamily="18" charset="0"/>
                <a:ea typeface="Lato" pitchFamily="34" charset="-122"/>
                <a:cs typeface="Times New Roman" panose="02020603050405020304" pitchFamily="18" charset="0"/>
              </a:rPr>
              <a:t>Connects patients, hospitals, doctors, and ambulance services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ct val="101000"/>
              </a:lnSpc>
              <a:buSzPct val="100000"/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4A4A45"/>
                </a:solidFill>
                <a:latin typeface="Times New Roman" panose="02020603050405020304" pitchFamily="18" charset="0"/>
                <a:ea typeface="Lato" pitchFamily="34" charset="-122"/>
                <a:cs typeface="Times New Roman" panose="02020603050405020304" pitchFamily="18" charset="0"/>
              </a:rPr>
              <a:t>Stores emergency requests and dispatch records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ct val="101000"/>
              </a:lnSpc>
              <a:buSzPct val="100000"/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4A4A45"/>
                </a:solidFill>
                <a:latin typeface="Times New Roman" panose="02020603050405020304" pitchFamily="18" charset="0"/>
                <a:ea typeface="Lato" pitchFamily="34" charset="-122"/>
                <a:cs typeface="Times New Roman" panose="02020603050405020304" pitchFamily="18" charset="0"/>
              </a:rPr>
              <a:t>Tracks ICU beds, blood bank, and pharmacy data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ct val="101000"/>
              </a:lnSpc>
              <a:buSzPct val="100000"/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4A4A45"/>
                </a:solidFill>
                <a:latin typeface="Times New Roman" panose="02020603050405020304" pitchFamily="18" charset="0"/>
                <a:ea typeface="Lato" pitchFamily="34" charset="-122"/>
                <a:cs typeface="Times New Roman" panose="02020603050405020304" pitchFamily="18" charset="0"/>
              </a:rPr>
              <a:t>Designed using a normalized relational structure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2"/>
          <p:cNvSpPr/>
          <p:nvPr/>
        </p:nvSpPr>
        <p:spPr>
          <a:xfrm>
            <a:off x="6318489" y="4637314"/>
            <a:ext cx="5465051" cy="1567543"/>
          </a:xfrm>
          <a:prstGeom prst="roundRect">
            <a:avLst>
              <a:gd name="adj" fmla="val 3898"/>
            </a:avLst>
          </a:prstGeom>
          <a:solidFill>
            <a:srgbClr val="E7E7E4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8489" y="3936504"/>
            <a:ext cx="121738" cy="9743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628738" y="4929227"/>
            <a:ext cx="4901482" cy="236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25000" lnSpcReduction="20000"/>
          </a:bodyPr>
          <a:lstStyle/>
          <a:p>
            <a:pPr marL="0" indent="0" algn="ctr">
              <a:lnSpc>
                <a:spcPct val="101000"/>
              </a:lnSpc>
              <a:buNone/>
            </a:pPr>
            <a:r>
              <a:rPr lang="en-US" sz="8000" dirty="0">
                <a:solidFill>
                  <a:srgbClr val="000000"/>
                </a:solidFill>
                <a:latin typeface="Times New Roman" panose="02020603050405020304" pitchFamily="18" charset="0"/>
                <a:ea typeface="Lato" pitchFamily="34" charset="-122"/>
                <a:cs typeface="Times New Roman" panose="02020603050405020304" pitchFamily="18" charset="0"/>
              </a:rPr>
              <a:t>The project organizes emergency healthcare data using relational database concepts — structured storage and SQL-based retrieval of operational information</a:t>
            </a:r>
            <a:r>
              <a:rPr lang="en-US" sz="750" dirty="0">
                <a:solidFill>
                  <a:srgbClr val="00000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.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89099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282824"/>
                </a:solidFill>
                <a:latin typeface="Times New Roman" panose="02020603050405020304" pitchFamily="18" charset="0"/>
                <a:ea typeface="Lato Bold" pitchFamily="34" charset="-122"/>
                <a:cs typeface="Times New Roman" panose="02020603050405020304" pitchFamily="18" charset="0"/>
              </a:rPr>
              <a:t>Database Used</a:t>
            </a:r>
            <a:endParaRPr lang="en-US" sz="3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64112" y="1952228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282824"/>
                </a:solidFill>
                <a:latin typeface="Times New Roman" panose="02020603050405020304" pitchFamily="18" charset="0"/>
                <a:ea typeface="Lato Bold" pitchFamily="34" charset="-122"/>
                <a:cs typeface="Times New Roman" panose="02020603050405020304" pitchFamily="18" charset="0"/>
              </a:rPr>
              <a:t>Database Configuration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661476" y="2436515"/>
            <a:ext cx="4349064" cy="37030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rgbClr val="4A4A45"/>
                </a:solidFill>
                <a:latin typeface="Times New Roman" panose="02020603050405020304" pitchFamily="18" charset="0"/>
                <a:ea typeface="Lato Bold" pitchFamily="34" charset="-122"/>
                <a:cs typeface="Times New Roman" panose="02020603050405020304" pitchFamily="18" charset="0"/>
              </a:rPr>
              <a:t>DBMS:</a:t>
            </a:r>
            <a:r>
              <a:rPr lang="en-US" sz="2000" dirty="0">
                <a:solidFill>
                  <a:srgbClr val="4A4A45"/>
                </a:solidFill>
                <a:latin typeface="Times New Roman" panose="02020603050405020304" pitchFamily="18" charset="0"/>
                <a:ea typeface="Lato" pitchFamily="34" charset="-122"/>
                <a:cs typeface="Times New Roman" panose="02020603050405020304" pitchFamily="18" charset="0"/>
              </a:rPr>
              <a:t> MySQL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ct val="133000"/>
              </a:lnSpc>
              <a:buSzPct val="100000"/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rgbClr val="4A4A45"/>
                </a:solidFill>
                <a:latin typeface="Times New Roman" panose="02020603050405020304" pitchFamily="18" charset="0"/>
                <a:ea typeface="Lato Bold" pitchFamily="34" charset="-122"/>
                <a:cs typeface="Times New Roman" panose="02020603050405020304" pitchFamily="18" charset="0"/>
              </a:rPr>
              <a:t>Database Name:</a:t>
            </a:r>
            <a:r>
              <a:rPr lang="en-US" sz="2000" dirty="0">
                <a:solidFill>
                  <a:srgbClr val="4A4A45"/>
                </a:solidFill>
                <a:latin typeface="Times New Roman" panose="02020603050405020304" pitchFamily="18" charset="0"/>
                <a:ea typeface="Lato" pitchFamily="34" charset="-122"/>
                <a:cs typeface="Times New Roman" panose="02020603050405020304" pitchFamily="18" charset="0"/>
              </a:rPr>
              <a:t> EmergencyHealthcareDB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ct val="133000"/>
              </a:lnSpc>
              <a:buSzPct val="100000"/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4A4A45"/>
                </a:solidFill>
                <a:latin typeface="Times New Roman" panose="02020603050405020304" pitchFamily="18" charset="0"/>
                <a:ea typeface="Lato" pitchFamily="34" charset="-122"/>
                <a:cs typeface="Times New Roman" panose="02020603050405020304" pitchFamily="18" charset="0"/>
              </a:rPr>
              <a:t>Relational database model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ct val="133000"/>
              </a:lnSpc>
              <a:buSzPct val="100000"/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4A4A45"/>
                </a:solidFill>
                <a:latin typeface="Times New Roman" panose="02020603050405020304" pitchFamily="18" charset="0"/>
                <a:ea typeface="Lato" pitchFamily="34" charset="-122"/>
                <a:cs typeface="Times New Roman" panose="02020603050405020304" pitchFamily="18" charset="0"/>
              </a:rPr>
              <a:t>Tables connected via Primary Keys and Foreign Keys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ct val="133000"/>
              </a:lnSpc>
              <a:buSzPct val="100000"/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4A4A45"/>
                </a:solidFill>
                <a:latin typeface="Times New Roman" panose="02020603050405020304" pitchFamily="18" charset="0"/>
                <a:ea typeface="Lato" pitchFamily="34" charset="-122"/>
                <a:cs typeface="Times New Roman" panose="02020603050405020304" pitchFamily="18" charset="0"/>
              </a:rPr>
              <a:t>Normalized relational design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5967906" y="889148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282824"/>
                </a:solidFill>
                <a:latin typeface="Times New Roman" panose="02020603050405020304" pitchFamily="18" charset="0"/>
                <a:ea typeface="Lato Bold" pitchFamily="34" charset="-122"/>
                <a:cs typeface="Times New Roman" panose="02020603050405020304" pitchFamily="18" charset="0"/>
              </a:rPr>
              <a:t>11 Relational Tables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7989902"/>
              </p:ext>
            </p:extLst>
          </p:nvPr>
        </p:nvGraphicFramePr>
        <p:xfrm>
          <a:off x="5803641" y="1667026"/>
          <a:ext cx="5542383" cy="4099292"/>
        </p:xfrm>
        <a:graphic>
          <a:graphicData uri="http://schemas.openxmlformats.org/drawingml/2006/table">
            <a:tbl>
              <a:tblPr/>
              <a:tblGrid>
                <a:gridCol w="27898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525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805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4A4A45"/>
                          </a:solidFill>
                          <a:latin typeface="Times New Roman" panose="02020603050405020304" pitchFamily="18" charset="0"/>
                          <a:ea typeface="Lato" pitchFamily="34" charset="-122"/>
                          <a:cs typeface="Times New Roman" panose="02020603050405020304" pitchFamily="18" charset="0"/>
                        </a:rPr>
                        <a:t>1. Patient</a:t>
                      </a:r>
                      <a:endParaRPr lang="en-US" sz="1800" dirty="0">
                        <a:latin typeface="Times New Roman" panose="02020603050405020304" pitchFamily="18" charset="0"/>
                        <a:ea typeface="Lato" charset="0"/>
                        <a:cs typeface="Times New Roman" panose="02020603050405020304" pitchFamily="18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CBC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4A4A45"/>
                          </a:solidFill>
                          <a:latin typeface="Times New Roman" panose="02020603050405020304" pitchFamily="18" charset="0"/>
                          <a:ea typeface="Lato" pitchFamily="34" charset="-122"/>
                          <a:cs typeface="Times New Roman" panose="02020603050405020304" pitchFamily="18" charset="0"/>
                        </a:rPr>
                        <a:t>7. Dispatch</a:t>
                      </a:r>
                      <a:endParaRPr lang="en-US" sz="1800" dirty="0">
                        <a:latin typeface="Times New Roman" panose="02020603050405020304" pitchFamily="18" charset="0"/>
                        <a:ea typeface="Lato" charset="0"/>
                        <a:cs typeface="Times New Roman" panose="02020603050405020304" pitchFamily="18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CBC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453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4A4A45"/>
                          </a:solidFill>
                          <a:latin typeface="Times New Roman" panose="02020603050405020304" pitchFamily="18" charset="0"/>
                          <a:ea typeface="Lato" pitchFamily="34" charset="-122"/>
                          <a:cs typeface="Times New Roman" panose="02020603050405020304" pitchFamily="18" charset="0"/>
                        </a:rPr>
                        <a:t>2. Hospital</a:t>
                      </a:r>
                      <a:endParaRPr lang="en-US" sz="1800" dirty="0">
                        <a:latin typeface="Times New Roman" panose="02020603050405020304" pitchFamily="18" charset="0"/>
                        <a:ea typeface="Lato" charset="0"/>
                        <a:cs typeface="Times New Roman" panose="02020603050405020304" pitchFamily="18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CBC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4A4A45"/>
                          </a:solidFill>
                          <a:latin typeface="Times New Roman" panose="02020603050405020304" pitchFamily="18" charset="0"/>
                          <a:ea typeface="Lato" pitchFamily="34" charset="-122"/>
                          <a:cs typeface="Times New Roman" panose="02020603050405020304" pitchFamily="18" charset="0"/>
                        </a:rPr>
                        <a:t>8. ICU_Bed</a:t>
                      </a:r>
                      <a:endParaRPr lang="en-US" sz="1800" dirty="0">
                        <a:latin typeface="Times New Roman" panose="02020603050405020304" pitchFamily="18" charset="0"/>
                        <a:ea typeface="Lato" charset="0"/>
                        <a:cs typeface="Times New Roman" panose="02020603050405020304" pitchFamily="18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CBC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453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4A4A45"/>
                          </a:solidFill>
                          <a:latin typeface="Times New Roman" panose="02020603050405020304" pitchFamily="18" charset="0"/>
                          <a:ea typeface="Lato" pitchFamily="34" charset="-122"/>
                          <a:cs typeface="Times New Roman" panose="02020603050405020304" pitchFamily="18" charset="0"/>
                        </a:rPr>
                        <a:t>3. Doctor</a:t>
                      </a:r>
                      <a:endParaRPr lang="en-US" sz="1800" dirty="0">
                        <a:latin typeface="Times New Roman" panose="02020603050405020304" pitchFamily="18" charset="0"/>
                        <a:ea typeface="Lato" charset="0"/>
                        <a:cs typeface="Times New Roman" panose="02020603050405020304" pitchFamily="18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CBC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4A4A45"/>
                          </a:solidFill>
                          <a:latin typeface="Times New Roman" panose="02020603050405020304" pitchFamily="18" charset="0"/>
                          <a:ea typeface="Lato" pitchFamily="34" charset="-122"/>
                          <a:cs typeface="Times New Roman" panose="02020603050405020304" pitchFamily="18" charset="0"/>
                        </a:rPr>
                        <a:t>9. Blood_Bank</a:t>
                      </a:r>
                      <a:endParaRPr lang="en-US" sz="1800" dirty="0">
                        <a:latin typeface="Times New Roman" panose="02020603050405020304" pitchFamily="18" charset="0"/>
                        <a:ea typeface="Lato" charset="0"/>
                        <a:cs typeface="Times New Roman" panose="02020603050405020304" pitchFamily="18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CBC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453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4A4A45"/>
                          </a:solidFill>
                          <a:latin typeface="Times New Roman" panose="02020603050405020304" pitchFamily="18" charset="0"/>
                          <a:ea typeface="Lato" pitchFamily="34" charset="-122"/>
                          <a:cs typeface="Times New Roman" panose="02020603050405020304" pitchFamily="18" charset="0"/>
                        </a:rPr>
                        <a:t>4. Ambulance</a:t>
                      </a:r>
                      <a:endParaRPr lang="en-US" sz="1800" dirty="0">
                        <a:latin typeface="Times New Roman" panose="02020603050405020304" pitchFamily="18" charset="0"/>
                        <a:ea typeface="Lato" charset="0"/>
                        <a:cs typeface="Times New Roman" panose="02020603050405020304" pitchFamily="18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CBC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4A4A45"/>
                          </a:solidFill>
                          <a:latin typeface="Times New Roman" panose="02020603050405020304" pitchFamily="18" charset="0"/>
                          <a:ea typeface="Lato" pitchFamily="34" charset="-122"/>
                          <a:cs typeface="Times New Roman" panose="02020603050405020304" pitchFamily="18" charset="0"/>
                        </a:rPr>
                        <a:t>10. Pharmacy</a:t>
                      </a:r>
                      <a:endParaRPr lang="en-US" sz="1800" dirty="0">
                        <a:latin typeface="Times New Roman" panose="02020603050405020304" pitchFamily="18" charset="0"/>
                        <a:ea typeface="Lato" charset="0"/>
                        <a:cs typeface="Times New Roman" panose="02020603050405020304" pitchFamily="18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CBC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453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4A4A45"/>
                          </a:solidFill>
                          <a:latin typeface="Times New Roman" panose="02020603050405020304" pitchFamily="18" charset="0"/>
                          <a:ea typeface="Lato" pitchFamily="34" charset="-122"/>
                          <a:cs typeface="Times New Roman" panose="02020603050405020304" pitchFamily="18" charset="0"/>
                        </a:rPr>
                        <a:t>5. Driver</a:t>
                      </a:r>
                      <a:endParaRPr lang="en-US" sz="1800" dirty="0">
                        <a:latin typeface="Times New Roman" panose="02020603050405020304" pitchFamily="18" charset="0"/>
                        <a:ea typeface="Lato" charset="0"/>
                        <a:cs typeface="Times New Roman" panose="02020603050405020304" pitchFamily="18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CBC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4A4A45"/>
                          </a:solidFill>
                          <a:latin typeface="Times New Roman" panose="02020603050405020304" pitchFamily="18" charset="0"/>
                          <a:ea typeface="Lato" pitchFamily="34" charset="-122"/>
                          <a:cs typeface="Times New Roman" panose="02020603050405020304" pitchFamily="18" charset="0"/>
                        </a:rPr>
                        <a:t>11. Emergency_Contact</a:t>
                      </a:r>
                      <a:endParaRPr lang="en-US" sz="1800" dirty="0">
                        <a:latin typeface="Times New Roman" panose="02020603050405020304" pitchFamily="18" charset="0"/>
                        <a:ea typeface="Lato" charset="0"/>
                        <a:cs typeface="Times New Roman" panose="02020603050405020304" pitchFamily="18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CBC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05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4A4A45"/>
                          </a:solidFill>
                          <a:latin typeface="Times New Roman" panose="02020603050405020304" pitchFamily="18" charset="0"/>
                          <a:ea typeface="Lato" pitchFamily="34" charset="-122"/>
                          <a:cs typeface="Times New Roman" panose="02020603050405020304" pitchFamily="18" charset="0"/>
                        </a:rPr>
                        <a:t>6. Emergency_Request</a:t>
                      </a:r>
                      <a:endParaRPr lang="en-US" sz="1800" dirty="0">
                        <a:latin typeface="Times New Roman" panose="02020603050405020304" pitchFamily="18" charset="0"/>
                        <a:ea typeface="Lato" charset="0"/>
                        <a:cs typeface="Times New Roman" panose="02020603050405020304" pitchFamily="18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CBC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800" dirty="0">
                        <a:latin typeface="Times New Roman" panose="02020603050405020304" pitchFamily="18" charset="0"/>
                        <a:ea typeface="Lato" charset="0"/>
                        <a:cs typeface="Times New Roman" panose="02020603050405020304" pitchFamily="18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CBC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4768"/>
            <a:ext cx="10868745" cy="304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282824"/>
                </a:solidFill>
                <a:latin typeface="Times New Roman" panose="02020603050405020304" pitchFamily="18" charset="0"/>
                <a:ea typeface="Lato Bold" pitchFamily="34" charset="-122"/>
                <a:cs typeface="Times New Roman" panose="02020603050405020304" pitchFamily="18" charset="0"/>
              </a:rPr>
              <a:t>Key Relationships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961132"/>
            <a:ext cx="5315512" cy="531564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18489" y="1237029"/>
            <a:ext cx="5315512" cy="152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282824"/>
                </a:solidFill>
                <a:latin typeface="Times New Roman" panose="02020603050405020304" pitchFamily="18" charset="0"/>
                <a:ea typeface="Lato Bold" pitchFamily="34" charset="-122"/>
                <a:cs typeface="Times New Roman" panose="02020603050405020304" pitchFamily="18" charset="0"/>
              </a:rPr>
              <a:t>Relationship Rules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6664366" y="1829414"/>
            <a:ext cx="5063565" cy="524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342900" indent="-342900" algn="l">
              <a:lnSpc>
                <a:spcPct val="101000"/>
              </a:lnSpc>
              <a:buSzPct val="100000"/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rgbClr val="4A4A45"/>
                </a:solidFill>
                <a:latin typeface="Times New Roman" panose="02020603050405020304" pitchFamily="18" charset="0"/>
                <a:ea typeface="Lato Bold" pitchFamily="34" charset="-122"/>
                <a:cs typeface="Times New Roman" panose="02020603050405020304" pitchFamily="18" charset="0"/>
              </a:rPr>
              <a:t>Primary Key:</a:t>
            </a:r>
            <a:r>
              <a:rPr lang="en-US" sz="2000" dirty="0">
                <a:solidFill>
                  <a:srgbClr val="4A4A45"/>
                </a:solidFill>
                <a:latin typeface="Times New Roman" panose="02020603050405020304" pitchFamily="18" charset="0"/>
                <a:ea typeface="Lato" pitchFamily="34" charset="-122"/>
                <a:cs typeface="Times New Roman" panose="02020603050405020304" pitchFamily="18" charset="0"/>
              </a:rPr>
              <a:t> Uniquely identifies each record in a table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ct val="101000"/>
              </a:lnSpc>
              <a:buSzPct val="100000"/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rgbClr val="4A4A45"/>
                </a:solidFill>
                <a:latin typeface="Times New Roman" panose="02020603050405020304" pitchFamily="18" charset="0"/>
                <a:ea typeface="Lato Bold" pitchFamily="34" charset="-122"/>
                <a:cs typeface="Times New Roman" panose="02020603050405020304" pitchFamily="18" charset="0"/>
              </a:rPr>
              <a:t>Foreign Key:</a:t>
            </a:r>
            <a:r>
              <a:rPr lang="en-US" sz="2000" dirty="0">
                <a:solidFill>
                  <a:srgbClr val="4A4A45"/>
                </a:solidFill>
                <a:latin typeface="Times New Roman" panose="02020603050405020304" pitchFamily="18" charset="0"/>
                <a:ea typeface="Lato" pitchFamily="34" charset="-122"/>
                <a:cs typeface="Times New Roman" panose="02020603050405020304" pitchFamily="18" charset="0"/>
              </a:rPr>
              <a:t> Links related tables together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ct val="101000"/>
              </a:lnSpc>
              <a:buSzPct val="100000"/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4A4A45"/>
                </a:solidFill>
                <a:latin typeface="Times New Roman" panose="02020603050405020304" pitchFamily="18" charset="0"/>
                <a:ea typeface="Lato" pitchFamily="34" charset="-122"/>
                <a:cs typeface="Times New Roman" panose="02020603050405020304" pitchFamily="18" charset="0"/>
              </a:rPr>
              <a:t>Relationships enforce </a:t>
            </a:r>
            <a:r>
              <a:rPr lang="en-US" sz="2000" b="1" dirty="0">
                <a:solidFill>
                  <a:srgbClr val="4A4A45"/>
                </a:solidFill>
                <a:latin typeface="Times New Roman" panose="02020603050405020304" pitchFamily="18" charset="0"/>
                <a:ea typeface="Lato Bold" pitchFamily="34" charset="-122"/>
                <a:cs typeface="Times New Roman" panose="02020603050405020304" pitchFamily="18" charset="0"/>
              </a:rPr>
              <a:t>referential integrity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ct val="101000"/>
              </a:lnSpc>
              <a:buSzPct val="100000"/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4A4A45"/>
                </a:solidFill>
                <a:latin typeface="Times New Roman" panose="02020603050405020304" pitchFamily="18" charset="0"/>
                <a:ea typeface="Lato" pitchFamily="34" charset="-122"/>
                <a:cs typeface="Times New Roman" panose="02020603050405020304" pitchFamily="18" charset="0"/>
              </a:rPr>
              <a:t>Ensures </a:t>
            </a:r>
            <a:r>
              <a:rPr lang="en-US" sz="2000" b="1" dirty="0">
                <a:solidFill>
                  <a:srgbClr val="4A4A45"/>
                </a:solidFill>
                <a:latin typeface="Times New Roman" panose="02020603050405020304" pitchFamily="18" charset="0"/>
                <a:ea typeface="Lato Bold" pitchFamily="34" charset="-122"/>
                <a:cs typeface="Times New Roman" panose="02020603050405020304" pitchFamily="18" charset="0"/>
              </a:rPr>
              <a:t>data consistency</a:t>
            </a:r>
            <a:r>
              <a:rPr lang="en-US" sz="2000" dirty="0">
                <a:solidFill>
                  <a:srgbClr val="4A4A45"/>
                </a:solidFill>
                <a:latin typeface="Times New Roman" panose="02020603050405020304" pitchFamily="18" charset="0"/>
                <a:ea typeface="Lato" pitchFamily="34" charset="-122"/>
                <a:cs typeface="Times New Roman" panose="02020603050405020304" pitchFamily="18" charset="0"/>
              </a:rPr>
              <a:t> across the schema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3"/>
          <p:cNvSpPr/>
          <p:nvPr/>
        </p:nvSpPr>
        <p:spPr>
          <a:xfrm>
            <a:off x="6318488" y="4109635"/>
            <a:ext cx="5755323" cy="1911253"/>
          </a:xfrm>
          <a:prstGeom prst="roundRect">
            <a:avLst>
              <a:gd name="adj" fmla="val 5689"/>
            </a:avLst>
          </a:prstGeom>
          <a:solidFill>
            <a:srgbClr val="B6D6FC"/>
          </a:solidFill>
          <a:ln/>
        </p:spPr>
        <p:txBody>
          <a:bodyPr/>
          <a:lstStyle/>
          <a:p>
            <a:endParaRPr lang="en-IN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8489" y="3963690"/>
            <a:ext cx="121738" cy="9743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531643" y="4644974"/>
            <a:ext cx="4142577" cy="9591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Lato" pitchFamily="34" charset="-122"/>
                <a:cs typeface="Times New Roman" panose="02020603050405020304" pitchFamily="18" charset="0"/>
              </a:rPr>
              <a:t>Every foreign key references a valid primary key — </a:t>
            </a:r>
          </a:p>
          <a:p>
            <a:pPr marL="0" indent="0" algn="l">
              <a:lnSpc>
                <a:spcPct val="101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Lato" pitchFamily="34" charset="-122"/>
                <a:cs typeface="Times New Roman" panose="02020603050405020304" pitchFamily="18" charset="0"/>
              </a:rPr>
              <a:t>orphaned records are prevented by desig</a:t>
            </a:r>
            <a:r>
              <a:rPr lang="en-US" sz="750" dirty="0">
                <a:solidFill>
                  <a:srgbClr val="00000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n.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24037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00" b="1" dirty="0">
                <a:solidFill>
                  <a:srgbClr val="282824"/>
                </a:solidFill>
                <a:latin typeface="Times New Roman" panose="02020603050405020304" pitchFamily="18" charset="0"/>
                <a:ea typeface="Lato Bold" pitchFamily="34" charset="-122"/>
                <a:cs typeface="Times New Roman" panose="02020603050405020304" pitchFamily="18" charset="0"/>
              </a:rPr>
              <a:t>SQL Commands Used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61475" y="1992709"/>
            <a:ext cx="5339820" cy="1826121"/>
          </a:xfrm>
          <a:prstGeom prst="roundRect">
            <a:avLst>
              <a:gd name="adj" fmla="val 1553"/>
            </a:avLst>
          </a:prstGeom>
          <a:solidFill>
            <a:srgbClr val="E5DFD2"/>
          </a:solidFill>
          <a:ln/>
        </p:spPr>
      </p:sp>
      <p:sp>
        <p:nvSpPr>
          <p:cNvPr id="4" name="Text 2"/>
          <p:cNvSpPr/>
          <p:nvPr/>
        </p:nvSpPr>
        <p:spPr>
          <a:xfrm>
            <a:off x="850482" y="2181721"/>
            <a:ext cx="49618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b="1" dirty="0">
                <a:solidFill>
                  <a:srgbClr val="4A4A45"/>
                </a:solidFill>
                <a:latin typeface="Times New Roman" panose="02020603050405020304" pitchFamily="18" charset="0"/>
                <a:ea typeface="Lato Bold" pitchFamily="34" charset="-122"/>
                <a:cs typeface="Times New Roman" panose="02020603050405020304" pitchFamily="18" charset="0"/>
              </a:rPr>
              <a:t>DDL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850482" y="2590403"/>
            <a:ext cx="4961806" cy="1039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5750" indent="-285750" algn="l">
              <a:lnSpc>
                <a:spcPct val="133000"/>
              </a:lnSpc>
              <a:buSzPct val="100000"/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rgbClr val="4A4A45"/>
                </a:solidFill>
                <a:latin typeface="Times New Roman" panose="02020603050405020304" pitchFamily="18" charset="0"/>
                <a:ea typeface="Lato" pitchFamily="34" charset="-122"/>
                <a:cs typeface="Times New Roman" panose="02020603050405020304" pitchFamily="18" charset="0"/>
              </a:rPr>
              <a:t>CREATE DATABASE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33000"/>
              </a:lnSpc>
              <a:buSzPct val="100000"/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rgbClr val="4A4A45"/>
                </a:solidFill>
                <a:latin typeface="Times New Roman" panose="02020603050405020304" pitchFamily="18" charset="0"/>
                <a:ea typeface="Lato" pitchFamily="34" charset="-122"/>
                <a:cs typeface="Times New Roman" panose="02020603050405020304" pitchFamily="18" charset="0"/>
              </a:rPr>
              <a:t>CREATE TABLE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lnSpc>
                <a:spcPct val="133000"/>
              </a:lnSpc>
              <a:buSzPct val="100000"/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rgbClr val="4A4A45"/>
                </a:solidFill>
                <a:latin typeface="Times New Roman" panose="02020603050405020304" pitchFamily="18" charset="0"/>
                <a:ea typeface="Lato" pitchFamily="34" charset="-122"/>
                <a:cs typeface="Times New Roman" panose="02020603050405020304" pitchFamily="18" charset="0"/>
              </a:rPr>
              <a:t>ALTER TABLE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190301" y="1992708"/>
            <a:ext cx="5339919" cy="1826121"/>
          </a:xfrm>
          <a:prstGeom prst="roundRect">
            <a:avLst>
              <a:gd name="adj" fmla="val 1553"/>
            </a:avLst>
          </a:prstGeom>
          <a:solidFill>
            <a:srgbClr val="E5DFD2"/>
          </a:solidFill>
          <a:ln/>
        </p:spPr>
      </p:sp>
      <p:sp>
        <p:nvSpPr>
          <p:cNvPr id="7" name="Text 5"/>
          <p:cNvSpPr/>
          <p:nvPr/>
        </p:nvSpPr>
        <p:spPr>
          <a:xfrm>
            <a:off x="6379308" y="2181721"/>
            <a:ext cx="49619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b="1" dirty="0">
                <a:solidFill>
                  <a:srgbClr val="4A4A45"/>
                </a:solidFill>
                <a:latin typeface="Times New Roman" panose="02020603050405020304" pitchFamily="18" charset="0"/>
                <a:ea typeface="Lato Bold" pitchFamily="34" charset="-122"/>
                <a:cs typeface="Times New Roman" panose="02020603050405020304" pitchFamily="18" charset="0"/>
              </a:rPr>
              <a:t>DML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6379308" y="2590403"/>
            <a:ext cx="4961905" cy="1039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rgbClr val="4A4A45"/>
                </a:solidFill>
                <a:latin typeface="Times New Roman" panose="02020603050405020304" pitchFamily="18" charset="0"/>
                <a:ea typeface="Lato" pitchFamily="34" charset="-122"/>
                <a:cs typeface="Times New Roman" panose="02020603050405020304" pitchFamily="18" charset="0"/>
              </a:rPr>
              <a:t>INSERT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94640" indent="-294640" algn="l">
              <a:lnSpc>
                <a:spcPct val="133000"/>
              </a:lnSpc>
              <a:buSzPct val="100000"/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rgbClr val="4A4A45"/>
                </a:solidFill>
                <a:latin typeface="Times New Roman" panose="02020603050405020304" pitchFamily="18" charset="0"/>
                <a:ea typeface="Lato" pitchFamily="34" charset="-122"/>
                <a:cs typeface="Times New Roman" panose="02020603050405020304" pitchFamily="18" charset="0"/>
              </a:rPr>
              <a:t>UPDATE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94640" indent="-294640" algn="l">
              <a:lnSpc>
                <a:spcPct val="133000"/>
              </a:lnSpc>
              <a:buSzPct val="100000"/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rgbClr val="4A4A45"/>
                </a:solidFill>
                <a:latin typeface="Times New Roman" panose="02020603050405020304" pitchFamily="18" charset="0"/>
                <a:ea typeface="Lato" pitchFamily="34" charset="-122"/>
                <a:cs typeface="Times New Roman" panose="02020603050405020304" pitchFamily="18" charset="0"/>
              </a:rPr>
              <a:t>DELETE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61475" y="4007842"/>
            <a:ext cx="5339820" cy="1826121"/>
          </a:xfrm>
          <a:prstGeom prst="roundRect">
            <a:avLst>
              <a:gd name="adj" fmla="val 1553"/>
            </a:avLst>
          </a:prstGeom>
          <a:solidFill>
            <a:srgbClr val="E5DFD2"/>
          </a:solidFill>
          <a:ln/>
        </p:spPr>
      </p:sp>
      <p:sp>
        <p:nvSpPr>
          <p:cNvPr id="10" name="Text 8"/>
          <p:cNvSpPr/>
          <p:nvPr/>
        </p:nvSpPr>
        <p:spPr>
          <a:xfrm>
            <a:off x="850482" y="4196854"/>
            <a:ext cx="49618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b="1" dirty="0">
                <a:solidFill>
                  <a:srgbClr val="4A4A45"/>
                </a:solidFill>
                <a:latin typeface="Times New Roman" panose="02020603050405020304" pitchFamily="18" charset="0"/>
                <a:ea typeface="Lato Bold" pitchFamily="34" charset="-122"/>
                <a:cs typeface="Times New Roman" panose="02020603050405020304" pitchFamily="18" charset="0"/>
              </a:rPr>
              <a:t>DQL / Query Ops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850482" y="4605536"/>
            <a:ext cx="4961806" cy="1039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rgbClr val="4A4A45"/>
                </a:solidFill>
                <a:latin typeface="Times New Roman" panose="02020603050405020304" pitchFamily="18" charset="0"/>
                <a:ea typeface="Lato" pitchFamily="34" charset="-122"/>
                <a:cs typeface="Times New Roman" panose="02020603050405020304" pitchFamily="18" charset="0"/>
              </a:rPr>
              <a:t>SELECT, WHERE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94640" indent="-294640" algn="l">
              <a:lnSpc>
                <a:spcPct val="133000"/>
              </a:lnSpc>
              <a:buSzPct val="100000"/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rgbClr val="4A4A45"/>
                </a:solidFill>
                <a:latin typeface="Times New Roman" panose="02020603050405020304" pitchFamily="18" charset="0"/>
                <a:ea typeface="Lato" pitchFamily="34" charset="-122"/>
                <a:cs typeface="Times New Roman" panose="02020603050405020304" pitchFamily="18" charset="0"/>
              </a:rPr>
              <a:t>GROUP BY, HAVING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94640" indent="-294640" algn="l">
              <a:lnSpc>
                <a:spcPct val="133000"/>
              </a:lnSpc>
              <a:buSzPct val="100000"/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rgbClr val="4A4A45"/>
                </a:solidFill>
                <a:latin typeface="Times New Roman" panose="02020603050405020304" pitchFamily="18" charset="0"/>
                <a:ea typeface="Lato" pitchFamily="34" charset="-122"/>
                <a:cs typeface="Times New Roman" panose="02020603050405020304" pitchFamily="18" charset="0"/>
              </a:rPr>
              <a:t>ORDER BY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190301" y="4007842"/>
            <a:ext cx="5339919" cy="1826121"/>
          </a:xfrm>
          <a:prstGeom prst="roundRect">
            <a:avLst>
              <a:gd name="adj" fmla="val 1553"/>
            </a:avLst>
          </a:prstGeom>
          <a:solidFill>
            <a:srgbClr val="E5DFD2"/>
          </a:solidFill>
          <a:ln/>
        </p:spPr>
      </p:sp>
      <p:sp>
        <p:nvSpPr>
          <p:cNvPr id="13" name="Text 11"/>
          <p:cNvSpPr/>
          <p:nvPr/>
        </p:nvSpPr>
        <p:spPr>
          <a:xfrm>
            <a:off x="6379308" y="4196854"/>
            <a:ext cx="49619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b="1" dirty="0">
                <a:solidFill>
                  <a:srgbClr val="4A4A45"/>
                </a:solidFill>
                <a:latin typeface="Times New Roman" panose="02020603050405020304" pitchFamily="18" charset="0"/>
                <a:ea typeface="Lato Bold" pitchFamily="34" charset="-122"/>
                <a:cs typeface="Times New Roman" panose="02020603050405020304" pitchFamily="18" charset="0"/>
              </a:rPr>
              <a:t>Advanced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379308" y="4605536"/>
            <a:ext cx="4961905" cy="1039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rgbClr val="4A4A45"/>
                </a:solidFill>
                <a:latin typeface="Times New Roman" panose="02020603050405020304" pitchFamily="18" charset="0"/>
                <a:ea typeface="Lato" pitchFamily="34" charset="-122"/>
                <a:cs typeface="Times New Roman" panose="02020603050405020304" pitchFamily="18" charset="0"/>
              </a:rPr>
              <a:t>JOIN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94640" indent="-294640" algn="l">
              <a:lnSpc>
                <a:spcPct val="133000"/>
              </a:lnSpc>
              <a:buSzPct val="100000"/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rgbClr val="4A4A45"/>
                </a:solidFill>
                <a:latin typeface="Times New Roman" panose="02020603050405020304" pitchFamily="18" charset="0"/>
                <a:ea typeface="Lato" pitchFamily="34" charset="-122"/>
                <a:cs typeface="Times New Roman" panose="02020603050405020304" pitchFamily="18" charset="0"/>
              </a:rPr>
              <a:t>Subqueries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94640" indent="-294640" algn="l">
              <a:lnSpc>
                <a:spcPct val="133000"/>
              </a:lnSpc>
              <a:buSzPct val="100000"/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rgbClr val="4A4A45"/>
                </a:solidFill>
                <a:latin typeface="Times New Roman" panose="02020603050405020304" pitchFamily="18" charset="0"/>
                <a:ea typeface="Lato" pitchFamily="34" charset="-122"/>
                <a:cs typeface="Times New Roman" panose="02020603050405020304" pitchFamily="18" charset="0"/>
              </a:rPr>
              <a:t>Aggregate Functions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4768"/>
            <a:ext cx="10868745" cy="304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b="1" dirty="0">
                <a:solidFill>
                  <a:srgbClr val="282824"/>
                </a:solidFill>
                <a:latin typeface="Times New Roman" panose="02020603050405020304" pitchFamily="18" charset="0"/>
                <a:ea typeface="Lato Bold" pitchFamily="34" charset="-122"/>
                <a:cs typeface="Times New Roman" panose="02020603050405020304" pitchFamily="18" charset="0"/>
              </a:rPr>
              <a:t>Advanced SQL Queries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55430" y="1177790"/>
            <a:ext cx="5315512" cy="152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282824"/>
                </a:solidFill>
                <a:latin typeface="Times New Roman" panose="02020603050405020304" pitchFamily="18" charset="0"/>
                <a:ea typeface="Lato Bold" pitchFamily="34" charset="-122"/>
                <a:cs typeface="Times New Roman" panose="02020603050405020304" pitchFamily="18" charset="0"/>
              </a:rPr>
              <a:t>Join &amp; Query Operations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37541" y="1715664"/>
            <a:ext cx="5315512" cy="12031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342900" indent="-342900" algn="l">
              <a:lnSpc>
                <a:spcPct val="101000"/>
              </a:lnSpc>
              <a:buSzPct val="100000"/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rgbClr val="4A4A45"/>
                </a:solidFill>
                <a:latin typeface="Times New Roman" panose="02020603050405020304" pitchFamily="18" charset="0"/>
                <a:ea typeface="Lato Bold" pitchFamily="34" charset="-122"/>
                <a:cs typeface="Times New Roman" panose="02020603050405020304" pitchFamily="18" charset="0"/>
              </a:rPr>
              <a:t>INNER JOIN</a:t>
            </a:r>
            <a:r>
              <a:rPr lang="en-US" sz="2000" dirty="0">
                <a:solidFill>
                  <a:srgbClr val="4A4A45"/>
                </a:solidFill>
                <a:latin typeface="Times New Roman" panose="02020603050405020304" pitchFamily="18" charset="0"/>
                <a:ea typeface="Lato" pitchFamily="34" charset="-122"/>
                <a:cs typeface="Times New Roman" panose="02020603050405020304" pitchFamily="18" charset="0"/>
              </a:rPr>
              <a:t> – matches records across related tables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ct val="101000"/>
              </a:lnSpc>
              <a:buSzPct val="100000"/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rgbClr val="4A4A45"/>
                </a:solidFill>
                <a:latin typeface="Times New Roman" panose="02020603050405020304" pitchFamily="18" charset="0"/>
                <a:ea typeface="Lato Bold" pitchFamily="34" charset="-122"/>
                <a:cs typeface="Times New Roman" panose="02020603050405020304" pitchFamily="18" charset="0"/>
              </a:rPr>
              <a:t>LEFT JOIN</a:t>
            </a:r>
            <a:r>
              <a:rPr lang="en-US" sz="2000" dirty="0">
                <a:solidFill>
                  <a:srgbClr val="4A4A45"/>
                </a:solidFill>
                <a:latin typeface="Times New Roman" panose="02020603050405020304" pitchFamily="18" charset="0"/>
                <a:ea typeface="Lato" pitchFamily="34" charset="-122"/>
                <a:cs typeface="Times New Roman" panose="02020603050405020304" pitchFamily="18" charset="0"/>
              </a:rPr>
              <a:t> – retains all rows from the left table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ct val="101000"/>
              </a:lnSpc>
              <a:buSzPct val="100000"/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rgbClr val="4A4A45"/>
                </a:solidFill>
                <a:latin typeface="Times New Roman" panose="02020603050405020304" pitchFamily="18" charset="0"/>
                <a:ea typeface="Lato Bold" pitchFamily="34" charset="-122"/>
                <a:cs typeface="Times New Roman" panose="02020603050405020304" pitchFamily="18" charset="0"/>
              </a:rPr>
              <a:t>SELF JOIN</a:t>
            </a:r>
            <a:r>
              <a:rPr lang="en-US" sz="2000" dirty="0">
                <a:solidFill>
                  <a:srgbClr val="4A4A45"/>
                </a:solidFill>
                <a:latin typeface="Times New Roman" panose="02020603050405020304" pitchFamily="18" charset="0"/>
                <a:ea typeface="Lato" pitchFamily="34" charset="-122"/>
                <a:cs typeface="Times New Roman" panose="02020603050405020304" pitchFamily="18" charset="0"/>
              </a:rPr>
              <a:t> – compares rows within the same table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ct val="101000"/>
              </a:lnSpc>
              <a:buSzPct val="100000"/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rgbClr val="4A4A45"/>
                </a:solidFill>
                <a:latin typeface="Times New Roman" panose="02020603050405020304" pitchFamily="18" charset="0"/>
                <a:ea typeface="Lato Bold" pitchFamily="34" charset="-122"/>
                <a:cs typeface="Times New Roman" panose="02020603050405020304" pitchFamily="18" charset="0"/>
              </a:rPr>
              <a:t>Multi-table JOIN</a:t>
            </a:r>
            <a:r>
              <a:rPr lang="en-US" sz="2000" dirty="0">
                <a:solidFill>
                  <a:srgbClr val="4A4A45"/>
                </a:solidFill>
                <a:latin typeface="Times New Roman" panose="02020603050405020304" pitchFamily="18" charset="0"/>
                <a:ea typeface="Lato" pitchFamily="34" charset="-122"/>
                <a:cs typeface="Times New Roman" panose="02020603050405020304" pitchFamily="18" charset="0"/>
              </a:rPr>
              <a:t> – combines multiple related tables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ct val="101000"/>
              </a:lnSpc>
              <a:buSzPct val="100000"/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rgbClr val="4A4A45"/>
                </a:solidFill>
                <a:latin typeface="Times New Roman" panose="02020603050405020304" pitchFamily="18" charset="0"/>
                <a:ea typeface="Lato Bold" pitchFamily="34" charset="-122"/>
                <a:cs typeface="Times New Roman" panose="02020603050405020304" pitchFamily="18" charset="0"/>
              </a:rPr>
              <a:t>GROUP BY</a:t>
            </a:r>
            <a:r>
              <a:rPr lang="en-US" sz="2000" dirty="0">
                <a:solidFill>
                  <a:srgbClr val="4A4A45"/>
                </a:solidFill>
                <a:latin typeface="Times New Roman" panose="02020603050405020304" pitchFamily="18" charset="0"/>
                <a:ea typeface="Lato" pitchFamily="34" charset="-122"/>
                <a:cs typeface="Times New Roman" panose="02020603050405020304" pitchFamily="18" charset="0"/>
              </a:rPr>
              <a:t> – groups records for aggregation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ct val="101000"/>
              </a:lnSpc>
              <a:buSzPct val="100000"/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rgbClr val="4A4A45"/>
                </a:solidFill>
                <a:latin typeface="Times New Roman" panose="02020603050405020304" pitchFamily="18" charset="0"/>
                <a:ea typeface="Lato Bold" pitchFamily="34" charset="-122"/>
                <a:cs typeface="Times New Roman" panose="02020603050405020304" pitchFamily="18" charset="0"/>
              </a:rPr>
              <a:t>HAVING</a:t>
            </a:r>
            <a:r>
              <a:rPr lang="en-US" sz="2000" dirty="0">
                <a:solidFill>
                  <a:srgbClr val="4A4A45"/>
                </a:solidFill>
                <a:latin typeface="Times New Roman" panose="02020603050405020304" pitchFamily="18" charset="0"/>
                <a:ea typeface="Lato" pitchFamily="34" charset="-122"/>
                <a:cs typeface="Times New Roman" panose="02020603050405020304" pitchFamily="18" charset="0"/>
              </a:rPr>
              <a:t> – filters grouped results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ct val="101000"/>
              </a:lnSpc>
              <a:buSzPct val="100000"/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rgbClr val="4A4A45"/>
                </a:solidFill>
                <a:latin typeface="Times New Roman" panose="02020603050405020304" pitchFamily="18" charset="0"/>
                <a:ea typeface="Lato Bold" pitchFamily="34" charset="-122"/>
                <a:cs typeface="Times New Roman" panose="02020603050405020304" pitchFamily="18" charset="0"/>
              </a:rPr>
              <a:t>Aggregate functions</a:t>
            </a:r>
            <a:r>
              <a:rPr lang="en-US" sz="2000" dirty="0">
                <a:solidFill>
                  <a:srgbClr val="4A4A45"/>
                </a:solidFill>
                <a:latin typeface="Times New Roman" panose="02020603050405020304" pitchFamily="18" charset="0"/>
                <a:ea typeface="Lato" pitchFamily="34" charset="-122"/>
                <a:cs typeface="Times New Roman" panose="02020603050405020304" pitchFamily="18" charset="0"/>
              </a:rPr>
              <a:t> – COUNT(), SUM(), AVG()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ct val="101000"/>
              </a:lnSpc>
              <a:buSzPct val="100000"/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rgbClr val="4A4A45"/>
                </a:solidFill>
                <a:latin typeface="Times New Roman" panose="02020603050405020304" pitchFamily="18" charset="0"/>
                <a:ea typeface="Lato Bold" pitchFamily="34" charset="-122"/>
                <a:cs typeface="Times New Roman" panose="02020603050405020304" pitchFamily="18" charset="0"/>
              </a:rPr>
              <a:t>Subqueries</a:t>
            </a:r>
            <a:r>
              <a:rPr lang="en-US" sz="2000" dirty="0">
                <a:solidFill>
                  <a:srgbClr val="4A4A45"/>
                </a:solidFill>
                <a:latin typeface="Times New Roman" panose="02020603050405020304" pitchFamily="18" charset="0"/>
                <a:ea typeface="Lato" pitchFamily="34" charset="-122"/>
                <a:cs typeface="Times New Roman" panose="02020603050405020304" pitchFamily="18" charset="0"/>
              </a:rPr>
              <a:t> – nested query inside another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ct val="101000"/>
              </a:lnSpc>
              <a:buSzPct val="100000"/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rgbClr val="4A4A45"/>
                </a:solidFill>
                <a:latin typeface="Times New Roman" panose="02020603050405020304" pitchFamily="18" charset="0"/>
                <a:ea typeface="Lato Bold" pitchFamily="34" charset="-122"/>
                <a:cs typeface="Times New Roman" panose="02020603050405020304" pitchFamily="18" charset="0"/>
              </a:rPr>
              <a:t>Correlated subquery</a:t>
            </a:r>
            <a:r>
              <a:rPr lang="en-US" sz="2000" dirty="0">
                <a:solidFill>
                  <a:srgbClr val="4A4A45"/>
                </a:solidFill>
                <a:latin typeface="Times New Roman" panose="02020603050405020304" pitchFamily="18" charset="0"/>
                <a:ea typeface="Lato" pitchFamily="34" charset="-122"/>
                <a:cs typeface="Times New Roman" panose="02020603050405020304" pitchFamily="18" charset="0"/>
              </a:rPr>
              <a:t> – compares values with related rows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1058" y="961132"/>
            <a:ext cx="5315512" cy="531564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250156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00" b="1" dirty="0">
                <a:solidFill>
                  <a:srgbClr val="282824"/>
                </a:solidFill>
                <a:latin typeface="Times New Roman" panose="02020603050405020304" pitchFamily="18" charset="0"/>
                <a:ea typeface="Lato Bold" pitchFamily="34" charset="-122"/>
                <a:cs typeface="Times New Roman" panose="02020603050405020304" pitchFamily="18" charset="0"/>
              </a:rPr>
              <a:t>Database Features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218829"/>
            <a:ext cx="3496877" cy="338901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77479" y="2433241"/>
            <a:ext cx="296646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b="1" dirty="0">
                <a:solidFill>
                  <a:srgbClr val="4A4A45"/>
                </a:solidFill>
                <a:latin typeface="Times New Roman" panose="02020603050405020304" pitchFamily="18" charset="0"/>
                <a:ea typeface="Lato Bold" pitchFamily="34" charset="-122"/>
                <a:cs typeface="Times New Roman" panose="02020603050405020304" pitchFamily="18" charset="0"/>
              </a:rPr>
              <a:t>Views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977479" y="2841923"/>
            <a:ext cx="2966467" cy="25515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Font typeface="Wingdings" panose="05000000000000000000" pitchFamily="2" charset="2"/>
              <a:buChar char="Ø"/>
            </a:pPr>
            <a:r>
              <a:rPr lang="en-US" sz="1600" b="1" dirty="0">
                <a:solidFill>
                  <a:srgbClr val="4A4A45"/>
                </a:solidFill>
                <a:latin typeface="Times New Roman" panose="02020603050405020304" pitchFamily="18" charset="0"/>
                <a:ea typeface="Lato Bold" pitchFamily="34" charset="-122"/>
                <a:cs typeface="Times New Roman" panose="02020603050405020304" pitchFamily="18" charset="0"/>
              </a:rPr>
              <a:t>Emergency_Request_View</a:t>
            </a:r>
            <a:r>
              <a:rPr lang="en-US" sz="1600" dirty="0">
                <a:solidFill>
                  <a:srgbClr val="4A4A45"/>
                </a:solidFill>
                <a:latin typeface="Times New Roman" panose="02020603050405020304" pitchFamily="18" charset="0"/>
                <a:ea typeface="Lato" pitchFamily="34" charset="-122"/>
                <a:cs typeface="Times New Roman" panose="02020603050405020304" pitchFamily="18" charset="0"/>
              </a:rPr>
              <a:t> – combined emergency request report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94640" indent="-294640" algn="l">
              <a:lnSpc>
                <a:spcPct val="133000"/>
              </a:lnSpc>
              <a:buSzPct val="100000"/>
              <a:buFont typeface="Wingdings" panose="05000000000000000000" pitchFamily="2" charset="2"/>
              <a:buChar char="Ø"/>
            </a:pPr>
            <a:r>
              <a:rPr lang="en-US" sz="1600" b="1" dirty="0">
                <a:solidFill>
                  <a:srgbClr val="4A4A45"/>
                </a:solidFill>
                <a:latin typeface="Times New Roman" panose="02020603050405020304" pitchFamily="18" charset="0"/>
                <a:ea typeface="Lato Bold" pitchFamily="34" charset="-122"/>
                <a:cs typeface="Times New Roman" panose="02020603050405020304" pitchFamily="18" charset="0"/>
              </a:rPr>
              <a:t>Ambulance_Dispatch_View</a:t>
            </a:r>
            <a:r>
              <a:rPr lang="en-US" sz="1600" dirty="0">
                <a:solidFill>
                  <a:srgbClr val="4A4A45"/>
                </a:solidFill>
                <a:latin typeface="Times New Roman" panose="02020603050405020304" pitchFamily="18" charset="0"/>
                <a:ea typeface="Lato" pitchFamily="34" charset="-122"/>
                <a:cs typeface="Times New Roman" panose="02020603050405020304" pitchFamily="18" charset="0"/>
              </a:rPr>
              <a:t> – dispatch and ambulance information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94640" indent="-294640" algn="l">
              <a:lnSpc>
                <a:spcPct val="133000"/>
              </a:lnSpc>
              <a:buSzPct val="100000"/>
              <a:buFont typeface="Wingdings" panose="05000000000000000000" pitchFamily="2" charset="2"/>
              <a:buChar char="Ø"/>
            </a:pPr>
            <a:r>
              <a:rPr lang="en-US" sz="1600" i="1" dirty="0">
                <a:solidFill>
                  <a:srgbClr val="4A4A45"/>
                </a:solidFill>
                <a:latin typeface="Times New Roman" panose="02020603050405020304" pitchFamily="18" charset="0"/>
                <a:ea typeface="Lato" pitchFamily="34" charset="-122"/>
                <a:cs typeface="Times New Roman" panose="02020603050405020304" pitchFamily="18" charset="0"/>
              </a:rPr>
              <a:t>Purpose: Reusable reporting without rewriting queries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47359" y="2218829"/>
            <a:ext cx="3496877" cy="338901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663363" y="2433241"/>
            <a:ext cx="296646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4A4A45"/>
                </a:solidFill>
                <a:latin typeface="Times New Roman" panose="02020603050405020304" pitchFamily="18" charset="0"/>
                <a:ea typeface="Lato Bold" pitchFamily="34" charset="-122"/>
                <a:cs typeface="Times New Roman" panose="02020603050405020304" pitchFamily="18" charset="0"/>
              </a:rPr>
              <a:t>Stored Procedure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4663363" y="2841923"/>
            <a:ext cx="2966467" cy="2012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600" b="1" dirty="0">
                <a:solidFill>
                  <a:srgbClr val="4A4A45"/>
                </a:solidFill>
                <a:latin typeface="Times New Roman" panose="02020603050405020304" pitchFamily="18" charset="0"/>
                <a:ea typeface="Lato Bold" pitchFamily="34" charset="-122"/>
                <a:cs typeface="Times New Roman" panose="02020603050405020304" pitchFamily="18" charset="0"/>
              </a:rPr>
              <a:t>GetRequestsByPriority()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4A4A45"/>
                </a:solidFill>
                <a:latin typeface="Times New Roman" panose="02020603050405020304" pitchFamily="18" charset="0"/>
                <a:ea typeface="Lato" pitchFamily="34" charset="-122"/>
                <a:cs typeface="Times New Roman" panose="02020603050405020304" pitchFamily="18" charset="0"/>
              </a:rPr>
              <a:t>Accepts priority as a parameter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4A4A45"/>
                </a:solidFill>
                <a:latin typeface="Times New Roman" panose="02020603050405020304" pitchFamily="18" charset="0"/>
                <a:ea typeface="Lato" pitchFamily="34" charset="-122"/>
                <a:cs typeface="Times New Roman" panose="02020603050405020304" pitchFamily="18" charset="0"/>
              </a:rPr>
              <a:t>Returns matching emergency requests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600" i="1" dirty="0">
                <a:solidFill>
                  <a:srgbClr val="4A4A45"/>
                </a:solidFill>
                <a:latin typeface="Times New Roman" panose="02020603050405020304" pitchFamily="18" charset="0"/>
                <a:ea typeface="Lato" pitchFamily="34" charset="-122"/>
                <a:cs typeface="Times New Roman" panose="02020603050405020304" pitchFamily="18" charset="0"/>
              </a:rPr>
              <a:t>Purpose: Reusable parameterized query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33244" y="2218829"/>
            <a:ext cx="3496877" cy="338901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349247" y="2433241"/>
            <a:ext cx="296646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4A4A45"/>
                </a:solidFill>
                <a:latin typeface="Times New Roman" panose="02020603050405020304" pitchFamily="18" charset="0"/>
                <a:ea typeface="Lato Bold" pitchFamily="34" charset="-122"/>
                <a:cs typeface="Times New Roman" panose="02020603050405020304" pitchFamily="18" charset="0"/>
              </a:rPr>
              <a:t>Trigger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6"/>
          <p:cNvSpPr/>
          <p:nvPr/>
        </p:nvSpPr>
        <p:spPr>
          <a:xfrm>
            <a:off x="8349247" y="2841923"/>
            <a:ext cx="2966467" cy="1946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600" b="1" dirty="0">
                <a:solidFill>
                  <a:srgbClr val="4A4A45"/>
                </a:solidFill>
                <a:latin typeface="Times New Roman" panose="02020603050405020304" pitchFamily="18" charset="0"/>
                <a:ea typeface="Lato Bold" pitchFamily="34" charset="-122"/>
                <a:cs typeface="Times New Roman" panose="02020603050405020304" pitchFamily="18" charset="0"/>
              </a:rPr>
              <a:t>trg_dispatch_ambulance_status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4A4A45"/>
                </a:solidFill>
                <a:latin typeface="Times New Roman" panose="02020603050405020304" pitchFamily="18" charset="0"/>
                <a:ea typeface="Lato" pitchFamily="34" charset="-122"/>
                <a:cs typeface="Times New Roman" panose="02020603050405020304" pitchFamily="18" charset="0"/>
              </a:rPr>
              <a:t>Automatically updates ambulance status to "On Duty" after dispatch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600" i="1" dirty="0">
                <a:solidFill>
                  <a:srgbClr val="4A4A45"/>
                </a:solidFill>
                <a:latin typeface="Times New Roman" panose="02020603050405020304" pitchFamily="18" charset="0"/>
                <a:ea typeface="Lato" pitchFamily="34" charset="-122"/>
                <a:cs typeface="Times New Roman" panose="02020603050405020304" pitchFamily="18" charset="0"/>
              </a:rPr>
              <a:t>Purpose: Automatic database action on event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4768"/>
            <a:ext cx="10868745" cy="304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800" b="1" dirty="0">
                <a:solidFill>
                  <a:srgbClr val="282824"/>
                </a:solidFill>
                <a:latin typeface="Times New Roman" panose="02020603050405020304" pitchFamily="18" charset="0"/>
                <a:ea typeface="Lato Bold" pitchFamily="34" charset="-122"/>
                <a:cs typeface="Times New Roman" panose="02020603050405020304" pitchFamily="18" charset="0"/>
              </a:rPr>
              <a:t>Performance &amp; Optimization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55430" y="852893"/>
            <a:ext cx="5315512" cy="152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282824"/>
                </a:solidFill>
                <a:latin typeface="Times New Roman" panose="02020603050405020304" pitchFamily="18" charset="0"/>
                <a:ea typeface="Lato Bold" pitchFamily="34" charset="-122"/>
                <a:cs typeface="Times New Roman" panose="02020603050405020304" pitchFamily="18" charset="0"/>
              </a:rPr>
              <a:t>Indexing Strategy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58905" y="1418283"/>
            <a:ext cx="5016744" cy="3893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342900" indent="-342900" algn="l">
              <a:lnSpc>
                <a:spcPct val="101000"/>
              </a:lnSpc>
              <a:buSzPct val="100000"/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rgbClr val="4A4A45"/>
                </a:solidFill>
                <a:latin typeface="Times New Roman" panose="02020603050405020304" pitchFamily="18" charset="0"/>
                <a:ea typeface="Lato Bold" pitchFamily="34" charset="-122"/>
                <a:cs typeface="Times New Roman" panose="02020603050405020304" pitchFamily="18" charset="0"/>
              </a:rPr>
              <a:t>EXPLAIN</a:t>
            </a:r>
            <a:r>
              <a:rPr lang="en-US" sz="2000" dirty="0">
                <a:solidFill>
                  <a:srgbClr val="4A4A45"/>
                </a:solidFill>
                <a:latin typeface="Times New Roman" panose="02020603050405020304" pitchFamily="18" charset="0"/>
                <a:ea typeface="Lato" pitchFamily="34" charset="-122"/>
                <a:cs typeface="Times New Roman" panose="02020603050405020304" pitchFamily="18" charset="0"/>
              </a:rPr>
              <a:t> used to inspect query execution plans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ct val="101000"/>
              </a:lnSpc>
              <a:buSzPct val="100000"/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4A4A45"/>
                </a:solidFill>
                <a:latin typeface="Times New Roman" panose="02020603050405020304" pitchFamily="18" charset="0"/>
                <a:ea typeface="Lato" pitchFamily="34" charset="-122"/>
                <a:cs typeface="Times New Roman" panose="02020603050405020304" pitchFamily="18" charset="0"/>
              </a:rPr>
              <a:t>Indexes created on frequently filtered and joined columns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ct val="101000"/>
              </a:lnSpc>
              <a:buSzPct val="100000"/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4A4A45"/>
                </a:solidFill>
                <a:latin typeface="Times New Roman" panose="02020603050405020304" pitchFamily="18" charset="0"/>
                <a:ea typeface="Lato" pitchFamily="34" charset="-122"/>
                <a:cs typeface="Times New Roman" panose="02020603050405020304" pitchFamily="18" charset="0"/>
              </a:rPr>
              <a:t>Composite indexes for multi-condition queries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609521" y="3365285"/>
            <a:ext cx="5315512" cy="152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282824"/>
                </a:solidFill>
                <a:latin typeface="Times New Roman" panose="02020603050405020304" pitchFamily="18" charset="0"/>
                <a:ea typeface="Lato Bold" pitchFamily="34" charset="-122"/>
                <a:cs typeface="Times New Roman" panose="02020603050405020304" pitchFamily="18" charset="0"/>
              </a:rPr>
              <a:t>Indexes Created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609521" y="3972681"/>
            <a:ext cx="5315512" cy="3893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342900" indent="-342900" algn="l">
              <a:lnSpc>
                <a:spcPct val="101000"/>
              </a:lnSpc>
              <a:buSzPct val="100000"/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rgbClr val="4A4A45"/>
                </a:solidFill>
                <a:latin typeface="Times New Roman" panose="02020603050405020304" pitchFamily="18" charset="0"/>
                <a:ea typeface="Lato Bold" pitchFamily="34" charset="-122"/>
                <a:cs typeface="Times New Roman" panose="02020603050405020304" pitchFamily="18" charset="0"/>
              </a:rPr>
              <a:t>Emergency_Request</a:t>
            </a:r>
            <a:r>
              <a:rPr lang="en-US" sz="2000" dirty="0">
                <a:solidFill>
                  <a:srgbClr val="4A4A45"/>
                </a:solidFill>
                <a:latin typeface="Times New Roman" panose="02020603050405020304" pitchFamily="18" charset="0"/>
                <a:ea typeface="Lato" pitchFamily="34" charset="-122"/>
                <a:cs typeface="Times New Roman" panose="02020603050405020304" pitchFamily="18" charset="0"/>
              </a:rPr>
              <a:t> — Hospital_ID, Priority_Level, Request_Time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ct val="101000"/>
              </a:lnSpc>
              <a:buSzPct val="100000"/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rgbClr val="4A4A45"/>
                </a:solidFill>
                <a:latin typeface="Times New Roman" panose="02020603050405020304" pitchFamily="18" charset="0"/>
                <a:ea typeface="Lato Bold" pitchFamily="34" charset="-122"/>
                <a:cs typeface="Times New Roman" panose="02020603050405020304" pitchFamily="18" charset="0"/>
              </a:rPr>
              <a:t>Ambulance</a:t>
            </a:r>
            <a:r>
              <a:rPr lang="en-US" sz="2000" dirty="0">
                <a:solidFill>
                  <a:srgbClr val="4A4A45"/>
                </a:solidFill>
                <a:latin typeface="Times New Roman" panose="02020603050405020304" pitchFamily="18" charset="0"/>
                <a:ea typeface="Lato" pitchFamily="34" charset="-122"/>
                <a:cs typeface="Times New Roman" panose="02020603050405020304" pitchFamily="18" charset="0"/>
              </a:rPr>
              <a:t> — Status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ct val="101000"/>
              </a:lnSpc>
              <a:buSzPct val="100000"/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rgbClr val="4A4A45"/>
                </a:solidFill>
                <a:latin typeface="Times New Roman" panose="02020603050405020304" pitchFamily="18" charset="0"/>
                <a:ea typeface="Lato Bold" pitchFamily="34" charset="-122"/>
                <a:cs typeface="Times New Roman" panose="02020603050405020304" pitchFamily="18" charset="0"/>
              </a:rPr>
              <a:t>Dispatch</a:t>
            </a:r>
            <a:r>
              <a:rPr lang="en-US" sz="2000" dirty="0">
                <a:solidFill>
                  <a:srgbClr val="4A4A45"/>
                </a:solidFill>
                <a:latin typeface="Times New Roman" panose="02020603050405020304" pitchFamily="18" charset="0"/>
                <a:ea typeface="Lato" pitchFamily="34" charset="-122"/>
                <a:cs typeface="Times New Roman" panose="02020603050405020304" pitchFamily="18" charset="0"/>
              </a:rPr>
              <a:t> — Ambulance_ID, Dispatch_Time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60137" y="5510601"/>
            <a:ext cx="5315512" cy="983505"/>
          </a:xfrm>
          <a:prstGeom prst="roundRect">
            <a:avLst>
              <a:gd name="adj" fmla="val 5689"/>
            </a:avLst>
          </a:prstGeom>
          <a:solidFill>
            <a:srgbClr val="E7E7E4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05" y="4216896"/>
            <a:ext cx="121738" cy="9743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14138" y="5753765"/>
            <a:ext cx="5007509" cy="5535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Lato" pitchFamily="34" charset="-122"/>
                <a:cs typeface="Times New Roman" panose="02020603050405020304" pitchFamily="18" charset="0"/>
              </a:rPr>
              <a:t>Indexes help MySQL locate required records more efficiently </a:t>
            </a:r>
          </a:p>
          <a:p>
            <a:pPr marL="0" indent="0" algn="l">
              <a:lnSpc>
                <a:spcPct val="101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Lato" pitchFamily="34" charset="-122"/>
                <a:cs typeface="Times New Roman" panose="02020603050405020304" pitchFamily="18" charset="0"/>
              </a:rPr>
              <a:t>and reduce unnecessary row scanning</a:t>
            </a:r>
            <a:r>
              <a:rPr lang="en-US" sz="750" dirty="0">
                <a:solidFill>
                  <a:srgbClr val="00000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.</a:t>
            </a:r>
            <a:endParaRPr lang="en-US" sz="75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1058" y="961132"/>
            <a:ext cx="5315512" cy="531564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10729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00" b="1" dirty="0">
                <a:solidFill>
                  <a:srgbClr val="282824"/>
                </a:solidFill>
                <a:latin typeface="Times New Roman" panose="02020603050405020304" pitchFamily="18" charset="0"/>
                <a:ea typeface="Lato Bold" pitchFamily="34" charset="-122"/>
                <a:cs typeface="Times New Roman" panose="02020603050405020304" pitchFamily="18" charset="0"/>
              </a:rPr>
              <a:t>Database Concepts Applied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61475" y="1973858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282824"/>
                </a:solidFill>
                <a:latin typeface="Times New Roman" panose="02020603050405020304" pitchFamily="18" charset="0"/>
                <a:ea typeface="Lato Bold" pitchFamily="34" charset="-122"/>
                <a:cs typeface="Times New Roman" panose="02020603050405020304" pitchFamily="18" charset="0"/>
              </a:rPr>
              <a:t>Constraints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661475" y="2458145"/>
            <a:ext cx="5203794" cy="1776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4A4A45"/>
                </a:solidFill>
                <a:latin typeface="Times New Roman" panose="02020603050405020304" pitchFamily="18" charset="0"/>
                <a:ea typeface="Lato Bold" pitchFamily="34" charset="-122"/>
                <a:cs typeface="Times New Roman" panose="02020603050405020304" pitchFamily="18" charset="0"/>
              </a:rPr>
              <a:t>PRIMARY KEY</a:t>
            </a:r>
            <a:r>
              <a:rPr lang="en-US" dirty="0">
                <a:solidFill>
                  <a:srgbClr val="4A4A45"/>
                </a:solidFill>
                <a:latin typeface="Times New Roman" panose="02020603050405020304" pitchFamily="18" charset="0"/>
                <a:ea typeface="Lato" pitchFamily="34" charset="-122"/>
                <a:cs typeface="Times New Roman" panose="02020603050405020304" pitchFamily="18" charset="0"/>
              </a:rPr>
              <a:t> – unique row identifier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94640" indent="-294640" algn="l">
              <a:lnSpc>
                <a:spcPct val="133000"/>
              </a:lnSpc>
              <a:buSzPct val="100000"/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4A4A45"/>
                </a:solidFill>
                <a:latin typeface="Times New Roman" panose="02020603050405020304" pitchFamily="18" charset="0"/>
                <a:ea typeface="Lato Bold" pitchFamily="34" charset="-122"/>
                <a:cs typeface="Times New Roman" panose="02020603050405020304" pitchFamily="18" charset="0"/>
              </a:rPr>
              <a:t>FOREIGN KEY</a:t>
            </a:r>
            <a:r>
              <a:rPr lang="en-US" dirty="0">
                <a:solidFill>
                  <a:srgbClr val="4A4A45"/>
                </a:solidFill>
                <a:latin typeface="Times New Roman" panose="02020603050405020304" pitchFamily="18" charset="0"/>
                <a:ea typeface="Lato" pitchFamily="34" charset="-122"/>
                <a:cs typeface="Times New Roman" panose="02020603050405020304" pitchFamily="18" charset="0"/>
              </a:rPr>
              <a:t> – enforces table relationships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94640" indent="-294640" algn="l">
              <a:lnSpc>
                <a:spcPct val="133000"/>
              </a:lnSpc>
              <a:buSzPct val="100000"/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4A4A45"/>
                </a:solidFill>
                <a:latin typeface="Times New Roman" panose="02020603050405020304" pitchFamily="18" charset="0"/>
                <a:ea typeface="Lato Bold" pitchFamily="34" charset="-122"/>
                <a:cs typeface="Times New Roman" panose="02020603050405020304" pitchFamily="18" charset="0"/>
              </a:rPr>
              <a:t>NOT NULL</a:t>
            </a:r>
            <a:r>
              <a:rPr lang="en-US" dirty="0">
                <a:solidFill>
                  <a:srgbClr val="4A4A45"/>
                </a:solidFill>
                <a:latin typeface="Times New Roman" panose="02020603050405020304" pitchFamily="18" charset="0"/>
                <a:ea typeface="Lato" pitchFamily="34" charset="-122"/>
                <a:cs typeface="Times New Roman" panose="02020603050405020304" pitchFamily="18" charset="0"/>
              </a:rPr>
              <a:t> – field must have a value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94640" indent="-294640" algn="l">
              <a:lnSpc>
                <a:spcPct val="133000"/>
              </a:lnSpc>
              <a:buSzPct val="100000"/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4A4A45"/>
                </a:solidFill>
                <a:latin typeface="Times New Roman" panose="02020603050405020304" pitchFamily="18" charset="0"/>
                <a:ea typeface="Lato Bold" pitchFamily="34" charset="-122"/>
                <a:cs typeface="Times New Roman" panose="02020603050405020304" pitchFamily="18" charset="0"/>
              </a:rPr>
              <a:t>UNIQUE</a:t>
            </a:r>
            <a:r>
              <a:rPr lang="en-US" dirty="0">
                <a:solidFill>
                  <a:srgbClr val="4A4A45"/>
                </a:solidFill>
                <a:latin typeface="Times New Roman" panose="02020603050405020304" pitchFamily="18" charset="0"/>
                <a:ea typeface="Lato" pitchFamily="34" charset="-122"/>
                <a:cs typeface="Times New Roman" panose="02020603050405020304" pitchFamily="18" charset="0"/>
              </a:rPr>
              <a:t> – no duplicate values allowed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94640" indent="-294640" algn="l">
              <a:lnSpc>
                <a:spcPct val="133000"/>
              </a:lnSpc>
              <a:buSzPct val="100000"/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4A4A45"/>
                </a:solidFill>
                <a:latin typeface="Times New Roman" panose="02020603050405020304" pitchFamily="18" charset="0"/>
                <a:ea typeface="Lato Bold" pitchFamily="34" charset="-122"/>
                <a:cs typeface="Times New Roman" panose="02020603050405020304" pitchFamily="18" charset="0"/>
              </a:rPr>
              <a:t>CHECK</a:t>
            </a:r>
            <a:r>
              <a:rPr lang="en-US" dirty="0">
                <a:solidFill>
                  <a:srgbClr val="4A4A45"/>
                </a:solidFill>
                <a:latin typeface="Times New Roman" panose="02020603050405020304" pitchFamily="18" charset="0"/>
                <a:ea typeface="Lato" pitchFamily="34" charset="-122"/>
                <a:cs typeface="Times New Roman" panose="02020603050405020304" pitchFamily="18" charset="0"/>
              </a:rPr>
              <a:t> – validates data against a condition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661475" y="4423569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282824"/>
                </a:solidFill>
                <a:latin typeface="Times New Roman" panose="02020603050405020304" pitchFamily="18" charset="0"/>
                <a:ea typeface="Lato Bold" pitchFamily="34" charset="-122"/>
                <a:cs typeface="Times New Roman" panose="02020603050405020304" pitchFamily="18" charset="0"/>
              </a:rPr>
              <a:t>Referential Actions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661475" y="4907855"/>
            <a:ext cx="5203794" cy="973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4A4A45"/>
                </a:solidFill>
                <a:latin typeface="Times New Roman" panose="02020603050405020304" pitchFamily="18" charset="0"/>
                <a:ea typeface="Lato Bold" pitchFamily="34" charset="-122"/>
                <a:cs typeface="Times New Roman" panose="02020603050405020304" pitchFamily="18" charset="0"/>
              </a:rPr>
              <a:t>ON DELETE CASCADE</a:t>
            </a:r>
            <a:r>
              <a:rPr lang="en-US" dirty="0">
                <a:solidFill>
                  <a:srgbClr val="4A4A45"/>
                </a:solidFill>
                <a:latin typeface="Times New Roman" panose="02020603050405020304" pitchFamily="18" charset="0"/>
                <a:ea typeface="Lato" pitchFamily="34" charset="-122"/>
                <a:cs typeface="Times New Roman" panose="02020603050405020304" pitchFamily="18" charset="0"/>
              </a:rPr>
              <a:t> – deletes child records automatically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94640" indent="-294640" algn="l">
              <a:lnSpc>
                <a:spcPct val="133000"/>
              </a:lnSpc>
              <a:buSzPct val="100000"/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4A4A45"/>
                </a:solidFill>
                <a:latin typeface="Times New Roman" panose="02020603050405020304" pitchFamily="18" charset="0"/>
                <a:ea typeface="Lato Bold" pitchFamily="34" charset="-122"/>
                <a:cs typeface="Times New Roman" panose="02020603050405020304" pitchFamily="18" charset="0"/>
              </a:rPr>
              <a:t>ON UPDATE CASCADE</a:t>
            </a:r>
            <a:r>
              <a:rPr lang="en-US" dirty="0">
                <a:solidFill>
                  <a:srgbClr val="4A4A45"/>
                </a:solidFill>
                <a:latin typeface="Times New Roman" panose="02020603050405020304" pitchFamily="18" charset="0"/>
                <a:ea typeface="Lato" pitchFamily="34" charset="-122"/>
                <a:cs typeface="Times New Roman" panose="02020603050405020304" pitchFamily="18" charset="0"/>
              </a:rPr>
              <a:t> – propagates key updates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6332776" y="1973858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282824"/>
                </a:solidFill>
                <a:latin typeface="Times New Roman" panose="02020603050405020304" pitchFamily="18" charset="0"/>
                <a:ea typeface="Lato Bold" pitchFamily="34" charset="-122"/>
                <a:cs typeface="Times New Roman" panose="02020603050405020304" pitchFamily="18" charset="0"/>
              </a:rPr>
              <a:t>ACID Properties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332776" y="2481759"/>
            <a:ext cx="2507394" cy="1467148"/>
          </a:xfrm>
          <a:prstGeom prst="roundRect">
            <a:avLst>
              <a:gd name="adj" fmla="val 1933"/>
            </a:avLst>
          </a:prstGeom>
          <a:solidFill>
            <a:srgbClr val="E5DFD2"/>
          </a:solidFill>
          <a:ln/>
        </p:spPr>
      </p:sp>
      <p:sp>
        <p:nvSpPr>
          <p:cNvPr id="9" name="Text 7"/>
          <p:cNvSpPr/>
          <p:nvPr/>
        </p:nvSpPr>
        <p:spPr>
          <a:xfrm>
            <a:off x="6521783" y="2670770"/>
            <a:ext cx="212938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b="1" dirty="0">
                <a:solidFill>
                  <a:srgbClr val="4A4A45"/>
                </a:solidFill>
                <a:latin typeface="Times New Roman" panose="02020603050405020304" pitchFamily="18" charset="0"/>
                <a:ea typeface="Lato Bold" pitchFamily="34" charset="-122"/>
                <a:cs typeface="Times New Roman" panose="02020603050405020304" pitchFamily="18" charset="0"/>
              </a:rPr>
              <a:t>Atomicity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521783" y="3155057"/>
            <a:ext cx="212938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4A4A45"/>
                </a:solidFill>
                <a:latin typeface="Times New Roman" panose="02020603050405020304" pitchFamily="18" charset="0"/>
                <a:ea typeface="Lato" pitchFamily="34" charset="-122"/>
                <a:cs typeface="Times New Roman" panose="02020603050405020304" pitchFamily="18" charset="0"/>
              </a:rPr>
              <a:t>Transaction completes fully or rolls back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9029176" y="2481759"/>
            <a:ext cx="2507394" cy="1467148"/>
          </a:xfrm>
          <a:prstGeom prst="roundRect">
            <a:avLst>
              <a:gd name="adj" fmla="val 1933"/>
            </a:avLst>
          </a:prstGeom>
          <a:solidFill>
            <a:srgbClr val="E5DFD2"/>
          </a:solidFill>
          <a:ln/>
        </p:spPr>
      </p:sp>
      <p:sp>
        <p:nvSpPr>
          <p:cNvPr id="12" name="Text 10"/>
          <p:cNvSpPr/>
          <p:nvPr/>
        </p:nvSpPr>
        <p:spPr>
          <a:xfrm>
            <a:off x="9218183" y="2670770"/>
            <a:ext cx="212938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b="1" dirty="0">
                <a:solidFill>
                  <a:srgbClr val="4A4A45"/>
                </a:solidFill>
                <a:latin typeface="Times New Roman" panose="02020603050405020304" pitchFamily="18" charset="0"/>
                <a:ea typeface="Lato Bold" pitchFamily="34" charset="-122"/>
                <a:cs typeface="Times New Roman" panose="02020603050405020304" pitchFamily="18" charset="0"/>
              </a:rPr>
              <a:t>Consistency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9218183" y="3155057"/>
            <a:ext cx="212938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4A4A45"/>
                </a:solidFill>
                <a:latin typeface="Times New Roman" panose="02020603050405020304" pitchFamily="18" charset="0"/>
                <a:ea typeface="Lato" pitchFamily="34" charset="-122"/>
                <a:cs typeface="Times New Roman" panose="02020603050405020304" pitchFamily="18" charset="0"/>
              </a:rPr>
              <a:t>Database remains in a valid state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332776" y="4137918"/>
            <a:ext cx="2507394" cy="1467148"/>
          </a:xfrm>
          <a:prstGeom prst="roundRect">
            <a:avLst>
              <a:gd name="adj" fmla="val 1933"/>
            </a:avLst>
          </a:prstGeom>
          <a:solidFill>
            <a:srgbClr val="E5DFD2"/>
          </a:solidFill>
          <a:ln/>
        </p:spPr>
      </p:sp>
      <p:sp>
        <p:nvSpPr>
          <p:cNvPr id="15" name="Text 13"/>
          <p:cNvSpPr/>
          <p:nvPr/>
        </p:nvSpPr>
        <p:spPr>
          <a:xfrm>
            <a:off x="6521783" y="4326930"/>
            <a:ext cx="212938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b="1" dirty="0">
                <a:solidFill>
                  <a:srgbClr val="4A4A45"/>
                </a:solidFill>
                <a:latin typeface="Times New Roman" panose="02020603050405020304" pitchFamily="18" charset="0"/>
                <a:ea typeface="Lato Bold" pitchFamily="34" charset="-122"/>
                <a:cs typeface="Times New Roman" panose="02020603050405020304" pitchFamily="18" charset="0"/>
              </a:rPr>
              <a:t>Isolation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521783" y="4622205"/>
            <a:ext cx="212938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4A4A45"/>
                </a:solidFill>
                <a:latin typeface="Times New Roman" panose="02020603050405020304" pitchFamily="18" charset="0"/>
                <a:ea typeface="Lato" pitchFamily="34" charset="-122"/>
                <a:cs typeface="Times New Roman" panose="02020603050405020304" pitchFamily="18" charset="0"/>
              </a:rPr>
              <a:t>Concurrent transactions are controlled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9022826" y="4137918"/>
            <a:ext cx="2507394" cy="1467148"/>
          </a:xfrm>
          <a:prstGeom prst="roundRect">
            <a:avLst>
              <a:gd name="adj" fmla="val 1933"/>
            </a:avLst>
          </a:prstGeom>
          <a:solidFill>
            <a:srgbClr val="E5DFD2"/>
          </a:solidFill>
          <a:ln/>
        </p:spPr>
      </p:sp>
      <p:sp>
        <p:nvSpPr>
          <p:cNvPr id="18" name="Text 16"/>
          <p:cNvSpPr/>
          <p:nvPr/>
        </p:nvSpPr>
        <p:spPr>
          <a:xfrm>
            <a:off x="9218183" y="4326930"/>
            <a:ext cx="212938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b="1" dirty="0">
                <a:solidFill>
                  <a:srgbClr val="4A4A45"/>
                </a:solidFill>
                <a:latin typeface="Times New Roman" panose="02020603050405020304" pitchFamily="18" charset="0"/>
                <a:ea typeface="Lato Bold" pitchFamily="34" charset="-122"/>
                <a:cs typeface="Times New Roman" panose="02020603050405020304" pitchFamily="18" charset="0"/>
              </a:rPr>
              <a:t>Durability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9218183" y="4724795"/>
            <a:ext cx="212938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4A4A45"/>
                </a:solidFill>
                <a:latin typeface="Times New Roman" panose="02020603050405020304" pitchFamily="18" charset="0"/>
                <a:ea typeface="Lato" pitchFamily="34" charset="-122"/>
                <a:cs typeface="Times New Roman" panose="02020603050405020304" pitchFamily="18" charset="0"/>
              </a:rPr>
              <a:t>Committed changes are preserved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1515" y="360600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00" b="1" dirty="0">
                <a:solidFill>
                  <a:srgbClr val="282824"/>
                </a:solidFill>
                <a:latin typeface="Times New Roman" panose="02020603050405020304" pitchFamily="18" charset="0"/>
                <a:ea typeface="Lato Bold" pitchFamily="34" charset="-122"/>
                <a:cs typeface="Times New Roman" panose="02020603050405020304" pitchFamily="18" charset="0"/>
              </a:rPr>
              <a:t>Conclusion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61627" y="1316406"/>
            <a:ext cx="10868745" cy="21449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2800" dirty="0">
                <a:solidFill>
                  <a:srgbClr val="4A4A45"/>
                </a:solidFill>
                <a:latin typeface="Times New Roman" panose="02020603050405020304" pitchFamily="18" charset="0"/>
                <a:ea typeface="Lato" pitchFamily="34" charset="-122"/>
                <a:cs typeface="Times New Roman" panose="02020603050405020304" pitchFamily="18" charset="0"/>
              </a:rPr>
              <a:t>Implemented a </a:t>
            </a:r>
            <a:r>
              <a:rPr lang="en-US" sz="2800" b="1" dirty="0">
                <a:solidFill>
                  <a:srgbClr val="4A4A45"/>
                </a:solidFill>
                <a:latin typeface="Times New Roman" panose="02020603050405020304" pitchFamily="18" charset="0"/>
                <a:ea typeface="Lato Bold" pitchFamily="34" charset="-122"/>
                <a:cs typeface="Times New Roman" panose="02020603050405020304" pitchFamily="18" charset="0"/>
              </a:rPr>
              <a:t>MySQL relational database</a:t>
            </a:r>
            <a:r>
              <a:rPr lang="en-US" sz="2800" dirty="0">
                <a:solidFill>
                  <a:srgbClr val="4A4A45"/>
                </a:solidFill>
                <a:latin typeface="Times New Roman" panose="02020603050405020304" pitchFamily="18" charset="0"/>
                <a:ea typeface="Lato" pitchFamily="34" charset="-122"/>
                <a:cs typeface="Times New Roman" panose="02020603050405020304" pitchFamily="18" charset="0"/>
              </a:rPr>
              <a:t> for emergency healthcare.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2800" dirty="0">
                <a:solidFill>
                  <a:srgbClr val="4A4A45"/>
                </a:solidFill>
                <a:latin typeface="Times New Roman" panose="02020603050405020304" pitchFamily="18" charset="0"/>
                <a:ea typeface="Lato" pitchFamily="34" charset="-122"/>
                <a:cs typeface="Times New Roman" panose="02020603050405020304" pitchFamily="18" charset="0"/>
              </a:rPr>
              <a:t>Structured data using </a:t>
            </a:r>
            <a:r>
              <a:rPr lang="en-US" sz="2800" b="1" dirty="0">
                <a:solidFill>
                  <a:srgbClr val="4A4A45"/>
                </a:solidFill>
                <a:latin typeface="Times New Roman" panose="02020603050405020304" pitchFamily="18" charset="0"/>
                <a:ea typeface="Lato Bold" pitchFamily="34" charset="-122"/>
                <a:cs typeface="Times New Roman" panose="02020603050405020304" pitchFamily="18" charset="0"/>
              </a:rPr>
              <a:t>relationships, constraints, and normalization.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2800" dirty="0">
                <a:solidFill>
                  <a:srgbClr val="4A4A45"/>
                </a:solidFill>
                <a:latin typeface="Times New Roman" panose="02020603050405020304" pitchFamily="18" charset="0"/>
                <a:ea typeface="Lato" pitchFamily="34" charset="-122"/>
                <a:cs typeface="Times New Roman" panose="02020603050405020304" pitchFamily="18" charset="0"/>
              </a:rPr>
              <a:t>Implemented </a:t>
            </a:r>
            <a:r>
              <a:rPr lang="en-US" sz="2800" b="1" dirty="0">
                <a:solidFill>
                  <a:srgbClr val="4A4A45"/>
                </a:solidFill>
                <a:latin typeface="Times New Roman" panose="02020603050405020304" pitchFamily="18" charset="0"/>
                <a:ea typeface="Lato Bold" pitchFamily="34" charset="-122"/>
                <a:cs typeface="Times New Roman" panose="02020603050405020304" pitchFamily="18" charset="0"/>
              </a:rPr>
              <a:t>joins, aggregate queries, subqueries, and views.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2800" dirty="0">
                <a:solidFill>
                  <a:srgbClr val="4A4A45"/>
                </a:solidFill>
                <a:latin typeface="Times New Roman" panose="02020603050405020304" pitchFamily="18" charset="0"/>
                <a:ea typeface="Lato" pitchFamily="34" charset="-122"/>
                <a:cs typeface="Times New Roman" panose="02020603050405020304" pitchFamily="18" charset="0"/>
              </a:rPr>
              <a:t>Applied </a:t>
            </a:r>
            <a:r>
              <a:rPr lang="en-US" sz="2800" b="1" dirty="0">
                <a:solidFill>
                  <a:srgbClr val="4A4A45"/>
                </a:solidFill>
                <a:latin typeface="Times New Roman" panose="02020603050405020304" pitchFamily="18" charset="0"/>
                <a:ea typeface="Lato Bold" pitchFamily="34" charset="-122"/>
                <a:cs typeface="Times New Roman" panose="02020603050405020304" pitchFamily="18" charset="0"/>
              </a:rPr>
              <a:t>indexing and EXPLAIN</a:t>
            </a:r>
            <a:r>
              <a:rPr lang="en-US" sz="2800" dirty="0">
                <a:solidFill>
                  <a:srgbClr val="4A4A45"/>
                </a:solidFill>
                <a:latin typeface="Times New Roman" panose="02020603050405020304" pitchFamily="18" charset="0"/>
                <a:ea typeface="Lato" pitchFamily="34" charset="-122"/>
                <a:cs typeface="Times New Roman" panose="02020603050405020304" pitchFamily="18" charset="0"/>
              </a:rPr>
              <a:t> for query optimization.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2800" dirty="0">
                <a:solidFill>
                  <a:srgbClr val="4A4A45"/>
                </a:solidFill>
                <a:latin typeface="Times New Roman" panose="02020603050405020304" pitchFamily="18" charset="0"/>
                <a:ea typeface="Lato" pitchFamily="34" charset="-122"/>
                <a:cs typeface="Times New Roman" panose="02020603050405020304" pitchFamily="18" charset="0"/>
              </a:rPr>
              <a:t>Implemented a </a:t>
            </a:r>
            <a:r>
              <a:rPr lang="en-US" sz="2800" b="1" dirty="0">
                <a:solidFill>
                  <a:srgbClr val="4A4A45"/>
                </a:solidFill>
                <a:latin typeface="Times New Roman" panose="02020603050405020304" pitchFamily="18" charset="0"/>
                <a:ea typeface="Lato Bold" pitchFamily="34" charset="-122"/>
                <a:cs typeface="Times New Roman" panose="02020603050405020304" pitchFamily="18" charset="0"/>
              </a:rPr>
              <a:t>stored procedure and trigger</a:t>
            </a:r>
            <a:r>
              <a:rPr lang="en-US" sz="2800" dirty="0">
                <a:solidFill>
                  <a:srgbClr val="4A4A45"/>
                </a:solidFill>
                <a:latin typeface="Times New Roman" panose="02020603050405020304" pitchFamily="18" charset="0"/>
                <a:ea typeface="Lato" pitchFamily="34" charset="-122"/>
                <a:cs typeface="Times New Roman" panose="02020603050405020304" pitchFamily="18" charset="0"/>
              </a:rPr>
              <a:t> for automation.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2800" dirty="0">
                <a:solidFill>
                  <a:srgbClr val="4A4A45"/>
                </a:solidFill>
                <a:latin typeface="Times New Roman" panose="02020603050405020304" pitchFamily="18" charset="0"/>
                <a:ea typeface="Lato" pitchFamily="34" charset="-122"/>
                <a:cs typeface="Times New Roman" panose="02020603050405020304" pitchFamily="18" charset="0"/>
              </a:rPr>
              <a:t>Provides a </a:t>
            </a:r>
            <a:r>
              <a:rPr lang="en-US" sz="2800" b="1" dirty="0">
                <a:solidFill>
                  <a:srgbClr val="4A4A45"/>
                </a:solidFill>
                <a:latin typeface="Times New Roman" panose="02020603050405020304" pitchFamily="18" charset="0"/>
                <a:ea typeface="Lato Bold" pitchFamily="34" charset="-122"/>
                <a:cs typeface="Times New Roman" panose="02020603050405020304" pitchFamily="18" charset="0"/>
              </a:rPr>
              <a:t>structured foundation</a:t>
            </a:r>
            <a:r>
              <a:rPr lang="en-US" sz="2800" dirty="0">
                <a:solidFill>
                  <a:srgbClr val="4A4A45"/>
                </a:solidFill>
                <a:latin typeface="Times New Roman" panose="02020603050405020304" pitchFamily="18" charset="0"/>
                <a:ea typeface="Lato" pitchFamily="34" charset="-122"/>
                <a:cs typeface="Times New Roman" panose="02020603050405020304" pitchFamily="18" charset="0"/>
              </a:rPr>
              <a:t> for emergency healthcare and ambulance dispatch data management.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608</Words>
  <Application>Microsoft Office PowerPoint</Application>
  <PresentationFormat>Widescreen</PresentationFormat>
  <Paragraphs>130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Times New Roman</vt:lpstr>
      <vt:lpstr>Wingdings</vt:lpstr>
      <vt:lpstr>Arial</vt:lpstr>
      <vt:lpstr>Lato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Shanawaj Inamdar</dc:creator>
  <cp:lastModifiedBy>Shanawaj Inamdar</cp:lastModifiedBy>
  <cp:revision>2</cp:revision>
  <dcterms:created xsi:type="dcterms:W3CDTF">2026-09-23T20:22:19Z</dcterms:created>
  <dcterms:modified xsi:type="dcterms:W3CDTF">2026-09-23T20:59:17Z</dcterms:modified>
</cp:coreProperties>
</file>